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8" r:id="rId1"/>
  </p:sldMasterIdLst>
  <p:notesMasterIdLst>
    <p:notesMasterId r:id="rId20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  <p:sldId id="273" r:id="rId18"/>
    <p:sldId id="274" r:id="rId1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>
      <p:cViewPr varScale="1">
        <p:scale>
          <a:sx n="114" d="100"/>
          <a:sy n="114" d="100"/>
        </p:scale>
        <p:origin x="-156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6F194-A275-4C99-A219-403A81BB2F66}" type="datetimeFigureOut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134832-2B4B-4C0A-876E-764F381109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D6DAA547-98C4-493F-9D3C-19A5491D854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F497831A-2FEA-4CCB-B600-12687D939A00}" type="datetimeFigureOut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자유형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F497831A-2FEA-4CCB-B600-12687D939A00}" type="datetimeFigureOut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D6DAA547-98C4-493F-9D3C-19A5491D854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</p:sldLayoutIdLst>
  <p:txStyles>
    <p:titleStyle>
      <a:lvl1pPr algn="l" rtl="0" eaLnBrk="1" latinLnBrk="1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1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1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1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1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1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1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1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1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</p:spPr>
        <p:txBody>
          <a:bodyPr/>
          <a:lstStyle/>
          <a:p>
            <a:r>
              <a:rPr lang="ko-KR" altLang="en-US" b="1" dirty="0" smtClean="0"/>
              <a:t>상점 아이템 추가 툴</a:t>
            </a:r>
            <a:r>
              <a:rPr lang="en-US" altLang="ko-KR" b="1" dirty="0" smtClean="0"/>
              <a:t>(</a:t>
            </a:r>
            <a:r>
              <a:rPr lang="en-US" altLang="ko-KR" b="1" dirty="0" err="1" smtClean="0"/>
              <a:t>ItemTool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065315"/>
          </a:xfrm>
        </p:spPr>
        <p:txBody>
          <a:bodyPr>
            <a:normAutofit/>
          </a:bodyPr>
          <a:lstStyle/>
          <a:p>
            <a:pPr algn="ctr"/>
            <a:endParaRPr lang="en-US" altLang="ko-KR" sz="2400" dirty="0" smtClean="0"/>
          </a:p>
          <a:p>
            <a:pPr algn="ctr"/>
            <a:endParaRPr lang="en-US" altLang="ko-KR" sz="2400" dirty="0"/>
          </a:p>
          <a:p>
            <a:pPr algn="ctr"/>
            <a:endParaRPr lang="en-US" altLang="ko-KR" sz="2400" dirty="0" smtClean="0"/>
          </a:p>
          <a:p>
            <a:pPr algn="ctr"/>
            <a:endParaRPr lang="en-US" altLang="ko-KR" sz="2400" dirty="0"/>
          </a:p>
          <a:p>
            <a:pPr algn="ctr"/>
            <a:endParaRPr lang="en-US" altLang="ko-KR" sz="2400" dirty="0" smtClean="0"/>
          </a:p>
          <a:p>
            <a:pPr algn="ctr"/>
            <a:endParaRPr lang="en-US" altLang="ko-KR" sz="2400" dirty="0"/>
          </a:p>
          <a:p>
            <a:pPr algn="ctr"/>
            <a:endParaRPr lang="en-US" altLang="ko-KR" sz="2400" dirty="0" smtClean="0"/>
          </a:p>
          <a:p>
            <a:pPr algn="ctr"/>
            <a:endParaRPr lang="en-US" altLang="ko-KR" sz="2400" dirty="0"/>
          </a:p>
          <a:p>
            <a:pPr algn="ctr"/>
            <a:r>
              <a:rPr lang="en-US" altLang="ko-KR" sz="2400" dirty="0" err="1" smtClean="0"/>
              <a:t>Zepetto</a:t>
            </a:r>
            <a:r>
              <a:rPr lang="en-US" altLang="ko-KR" sz="2400" dirty="0" smtClean="0"/>
              <a:t> </a:t>
            </a:r>
            <a:r>
              <a:rPr lang="en-US" altLang="ko-KR" sz="2400" dirty="0" err="1" smtClean="0"/>
              <a:t>PointBlank</a:t>
            </a:r>
            <a:endParaRPr lang="en-US" altLang="ko-KR" sz="2400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97607" y="3789040"/>
            <a:ext cx="810710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b="1" dirty="0" smtClean="0"/>
              <a:t>목표</a:t>
            </a:r>
            <a:endParaRPr lang="en-US" altLang="ko-KR" sz="3200" b="1" dirty="0" smtClean="0"/>
          </a:p>
          <a:p>
            <a:r>
              <a:rPr lang="en-US" altLang="ko-KR" sz="2400" dirty="0" smtClean="0"/>
              <a:t>1. </a:t>
            </a:r>
            <a:r>
              <a:rPr lang="ko-KR" altLang="en-US" sz="2400" dirty="0" smtClean="0"/>
              <a:t>클라이언트 외 기획자도 다룰 수 있도록 최대한 소스 코드가 수정되지 않도록 한다</a:t>
            </a:r>
            <a:r>
              <a:rPr lang="en-US" altLang="ko-KR" sz="2400" dirty="0" smtClean="0"/>
              <a:t>.</a:t>
            </a:r>
            <a:r>
              <a:rPr lang="ko-KR" altLang="en-US" sz="2400" dirty="0" smtClean="0"/>
              <a:t> </a:t>
            </a:r>
            <a:endParaRPr lang="en-US" altLang="ko-KR" sz="2400" dirty="0" smtClean="0"/>
          </a:p>
          <a:p>
            <a:r>
              <a:rPr lang="en-US" altLang="ko-KR" sz="2400" dirty="0" smtClean="0"/>
              <a:t>2. </a:t>
            </a:r>
            <a:r>
              <a:rPr lang="ko-KR" altLang="en-US" sz="2400" dirty="0" smtClean="0"/>
              <a:t>외부 툴을 쓰지 않고 툴 내에서 모든 작업이 이루어 지도록 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7" name="직사각형 6"/>
          <p:cNvSpPr/>
          <p:nvPr/>
        </p:nvSpPr>
        <p:spPr>
          <a:xfrm>
            <a:off x="497607" y="853549"/>
            <a:ext cx="8178849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b="1" dirty="0" smtClean="0"/>
              <a:t>개요</a:t>
            </a:r>
            <a:endParaRPr lang="en-US" altLang="ko-KR" sz="3200" dirty="0" smtClean="0"/>
          </a:p>
          <a:p>
            <a:r>
              <a:rPr lang="en-US" altLang="ko-KR" sz="2400" dirty="0" smtClean="0"/>
              <a:t>1. </a:t>
            </a:r>
            <a:r>
              <a:rPr lang="ko-KR" altLang="en-US" sz="2400" dirty="0" smtClean="0"/>
              <a:t>아이템을 추가하기 위해 복잡한 여러 가지 툴을 거쳐서 추가 되던 기존 방식을 벗어나 하나의 툴에서 모든 아이템 추가작업을 할 수 있도록 한다</a:t>
            </a:r>
            <a:r>
              <a:rPr lang="en-US" altLang="ko-KR" sz="2400" dirty="0" smtClean="0"/>
              <a:t>.</a:t>
            </a:r>
          </a:p>
          <a:p>
            <a:r>
              <a:rPr lang="en-US" altLang="ko-KR" sz="2400" dirty="0" smtClean="0"/>
              <a:t>2. </a:t>
            </a:r>
            <a:r>
              <a:rPr lang="ko-KR" altLang="en-US" sz="2400" dirty="0" smtClean="0"/>
              <a:t>프로그래머 외 인원이 상점아이템 컨트롤이 가능 할 수 있어야 한다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5536" y="5013176"/>
            <a:ext cx="8229600" cy="1143000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ko-KR" altLang="en-US" sz="2400" dirty="0" smtClean="0"/>
              <a:t>툴을 처음 실행하면 기본 경로를 지정 할 수 있게 폴더 브라우저 창이 뜬다</a:t>
            </a:r>
            <a:r>
              <a:rPr lang="en-US" altLang="ko-KR" sz="2400" dirty="0" smtClean="0"/>
              <a:t>. </a:t>
            </a:r>
            <a:br>
              <a:rPr lang="en-US" altLang="ko-KR" sz="2400" dirty="0" smtClean="0"/>
            </a:br>
            <a:r>
              <a:rPr lang="ko-KR" altLang="en-US" sz="2400" dirty="0" smtClean="0"/>
              <a:t>해당 </a:t>
            </a:r>
            <a:r>
              <a:rPr lang="en-US" altLang="ko-KR" sz="2400" dirty="0" smtClean="0"/>
              <a:t>Media</a:t>
            </a:r>
            <a:r>
              <a:rPr lang="ko-KR" altLang="en-US" sz="2400" dirty="0" smtClean="0"/>
              <a:t>폴더를 선택한다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324100" y="1772816"/>
            <a:ext cx="37338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제목 5"/>
          <p:cNvSpPr txBox="1">
            <a:spLocks/>
          </p:cNvSpPr>
          <p:nvPr/>
        </p:nvSpPr>
        <p:spPr>
          <a:xfrm>
            <a:off x="457200" y="418654"/>
            <a:ext cx="8229600" cy="99412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300" b="1" i="0" u="none" strike="noStrike" kern="1200" cap="none" spc="0" normalizeH="0" baseline="0" noProof="0" dirty="0" smtClean="0">
                <a:ln>
                  <a:noFill/>
                </a:ln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&lt;</a:t>
            </a:r>
            <a:r>
              <a:rPr kumimoji="0" lang="ko-KR" altLang="en-US" sz="4300" b="1" i="0" u="none" strike="noStrike" kern="1200" cap="none" spc="0" normalizeH="0" baseline="0" noProof="0" dirty="0" smtClean="0">
                <a:ln>
                  <a:noFill/>
                </a:ln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폴더 브라우저</a:t>
            </a:r>
            <a:r>
              <a:rPr kumimoji="0" lang="en-US" altLang="ko-KR" sz="4300" b="1" i="0" u="none" strike="noStrike" kern="1200" cap="none" spc="0" normalizeH="0" baseline="0" noProof="0" dirty="0" smtClean="0">
                <a:ln>
                  <a:noFill/>
                </a:ln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&gt;</a:t>
            </a:r>
            <a:endParaRPr kumimoji="0" lang="ko-KR" altLang="en-US" sz="4300" b="1" i="0" u="none" strike="noStrike" kern="1200" cap="none" spc="0" normalizeH="0" baseline="0" noProof="0" dirty="0">
              <a:ln>
                <a:noFill/>
              </a:ln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9489" y="1484784"/>
            <a:ext cx="8136904" cy="4295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457200" y="418654"/>
            <a:ext cx="8229600" cy="994122"/>
          </a:xfrm>
        </p:spPr>
        <p:txBody>
          <a:bodyPr/>
          <a:lstStyle/>
          <a:p>
            <a:r>
              <a:rPr lang="en-US" altLang="ko-KR" b="1" dirty="0" smtClean="0"/>
              <a:t>&lt;</a:t>
            </a:r>
            <a:r>
              <a:rPr lang="ko-KR" altLang="en-US" b="1" dirty="0" smtClean="0"/>
              <a:t>메인 화면 전체 모습</a:t>
            </a:r>
            <a:r>
              <a:rPr lang="en-US" altLang="ko-KR" b="1" dirty="0" smtClean="0"/>
              <a:t>&gt;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23528" y="260648"/>
            <a:ext cx="8229600" cy="994122"/>
          </a:xfrm>
        </p:spPr>
        <p:txBody>
          <a:bodyPr/>
          <a:lstStyle/>
          <a:p>
            <a:r>
              <a:rPr lang="en-US" altLang="ko-KR" b="1" dirty="0" smtClean="0"/>
              <a:t>&lt;</a:t>
            </a:r>
            <a:r>
              <a:rPr lang="ko-KR" altLang="en-US" b="1" dirty="0" smtClean="0"/>
              <a:t>탭 정보</a:t>
            </a:r>
            <a:r>
              <a:rPr lang="en-US" altLang="ko-KR" b="1" dirty="0" smtClean="0"/>
              <a:t>&gt;</a:t>
            </a:r>
            <a:endParaRPr lang="ko-KR" altLang="en-US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9778" y="1700808"/>
            <a:ext cx="592455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제목 1"/>
          <p:cNvSpPr txBox="1">
            <a:spLocks/>
          </p:cNvSpPr>
          <p:nvPr/>
        </p:nvSpPr>
        <p:spPr>
          <a:xfrm>
            <a:off x="518864" y="2492896"/>
            <a:ext cx="8229600" cy="3960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*</a:t>
            </a:r>
            <a:r>
              <a:rPr kumimoji="0" lang="ko-KR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탭은 현재 </a:t>
            </a:r>
            <a:r>
              <a:rPr kumimoji="0" lang="en-US" altLang="ko-K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5</a:t>
            </a:r>
            <a:r>
              <a:rPr kumimoji="0" lang="ko-KR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종류</a:t>
            </a:r>
            <a:r>
              <a:rPr kumimoji="0" lang="en-US" altLang="ko-K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PEF 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파일 종류로 구분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dirty="0" smtClean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 smtClean="0">
                <a:latin typeface="+mj-lt"/>
                <a:ea typeface="+mj-ea"/>
                <a:cs typeface="+mj-cs"/>
              </a:rPr>
              <a:t>1.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무기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(Weapon.pef)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 smtClean="0">
                <a:latin typeface="+mj-lt"/>
                <a:ea typeface="+mj-ea"/>
                <a:cs typeface="+mj-cs"/>
              </a:rPr>
              <a:t>2.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상품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(Goods.pef)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 smtClean="0">
                <a:latin typeface="+mj-lt"/>
                <a:ea typeface="+mj-ea"/>
                <a:cs typeface="+mj-cs"/>
              </a:rPr>
              <a:t>3.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장비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(Equipment.pef)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 smtClean="0">
                <a:latin typeface="+mj-lt"/>
                <a:ea typeface="+mj-ea"/>
                <a:cs typeface="+mj-cs"/>
              </a:rPr>
              <a:t>4.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캐릭터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(Character.pef)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 smtClean="0">
                <a:latin typeface="+mj-lt"/>
                <a:ea typeface="+mj-ea"/>
                <a:cs typeface="+mj-cs"/>
              </a:rPr>
              <a:t>5.</a:t>
            </a:r>
            <a:r>
              <a:rPr lang="ko-KR" altLang="en-US" sz="2400" dirty="0" err="1" smtClean="0">
                <a:latin typeface="+mj-lt"/>
                <a:ea typeface="+mj-ea"/>
                <a:cs typeface="+mj-cs"/>
              </a:rPr>
              <a:t>능력치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(Ability.pef)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23528" y="260648"/>
            <a:ext cx="8229600" cy="994122"/>
          </a:xfrm>
        </p:spPr>
        <p:txBody>
          <a:bodyPr/>
          <a:lstStyle/>
          <a:p>
            <a:r>
              <a:rPr lang="en-US" altLang="ko-KR" b="1" dirty="0" smtClean="0"/>
              <a:t>&lt;</a:t>
            </a:r>
            <a:r>
              <a:rPr lang="ko-KR" altLang="en-US" b="1" dirty="0" smtClean="0"/>
              <a:t>루트 폴더 지정</a:t>
            </a:r>
            <a:r>
              <a:rPr lang="en-US" altLang="ko-KR" b="1" dirty="0" smtClean="0"/>
              <a:t>&gt;</a:t>
            </a:r>
            <a:endParaRPr lang="ko-KR" altLang="en-US" b="1" dirty="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518864" y="2492896"/>
            <a:ext cx="8229600" cy="3960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ko-KR" altLang="en-US" sz="2400" dirty="0" smtClean="0">
                <a:latin typeface="+mj-lt"/>
                <a:ea typeface="+mj-ea"/>
                <a:cs typeface="+mj-cs"/>
              </a:rPr>
              <a:t>루트 폴더의 위치를 바꿀 수 있다</a:t>
            </a:r>
            <a:endParaRPr lang="en-US" altLang="ko-KR" sz="2400" dirty="0" smtClean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 smtClean="0">
                <a:latin typeface="+mj-lt"/>
                <a:ea typeface="+mj-ea"/>
                <a:cs typeface="+mj-cs"/>
              </a:rPr>
              <a:t>(PEF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를 미리 로딩 하기 때문에</a:t>
            </a:r>
            <a:r>
              <a:rPr lang="en-US" altLang="ko-KR" sz="2400" dirty="0">
                <a:latin typeface="+mj-lt"/>
                <a:ea typeface="+mj-ea"/>
                <a:cs typeface="+mj-cs"/>
              </a:rPr>
              <a:t> 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현재 툴 재실행 필요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2132856"/>
            <a:ext cx="27813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670076"/>
            <a:ext cx="3263526" cy="2911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2987824" y="1700808"/>
            <a:ext cx="936104" cy="2880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solidFill>
                  <a:srgbClr val="FF0000"/>
                </a:solidFill>
              </a:rPr>
              <a:t>1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945602" y="1700808"/>
            <a:ext cx="2304256" cy="2880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solidFill>
                  <a:srgbClr val="FF0000"/>
                </a:solidFill>
              </a:rPr>
              <a:t>2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83568" y="4797152"/>
            <a:ext cx="79208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ko-KR" sz="2400" dirty="0" smtClean="0"/>
              <a:t>1: </a:t>
            </a:r>
            <a:r>
              <a:rPr lang="ko-KR" altLang="en-US" sz="2400" dirty="0" smtClean="0"/>
              <a:t>선택된 무기</a:t>
            </a:r>
            <a:r>
              <a:rPr lang="en-US" altLang="ko-KR" sz="2400" dirty="0" smtClean="0"/>
              <a:t>, </a:t>
            </a:r>
            <a:r>
              <a:rPr lang="ko-KR" altLang="en-US" sz="2400" dirty="0" err="1" smtClean="0"/>
              <a:t>캐릭터등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3D</a:t>
            </a:r>
            <a:r>
              <a:rPr lang="ko-KR" altLang="en-US" sz="2400" dirty="0" smtClean="0"/>
              <a:t>아이템을 보여준다</a:t>
            </a:r>
            <a:endParaRPr lang="en-US" altLang="ko-KR" sz="2400" dirty="0" smtClean="0"/>
          </a:p>
          <a:p>
            <a:pPr marL="514350" indent="-514350"/>
            <a:r>
              <a:rPr lang="en-US" altLang="ko-KR" sz="2400" dirty="0" smtClean="0"/>
              <a:t>2: </a:t>
            </a:r>
            <a:r>
              <a:rPr lang="en-US" altLang="ko-KR" sz="2400" dirty="0" err="1" smtClean="0"/>
              <a:t>pef</a:t>
            </a:r>
            <a:r>
              <a:rPr lang="ko-KR" altLang="en-US" sz="2400" dirty="0" smtClean="0"/>
              <a:t>파일에 있는 아이템들의 리스트를 보여준다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323528" y="577240"/>
            <a:ext cx="8183880" cy="691520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메인 </a:t>
            </a:r>
            <a:r>
              <a:rPr lang="ko-KR" altLang="en-US" dirty="0" err="1" smtClean="0"/>
              <a:t>렌더링</a:t>
            </a:r>
            <a:r>
              <a:rPr lang="ko-KR" altLang="en-US" dirty="0" smtClean="0"/>
              <a:t> 화면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83568" y="4797152"/>
            <a:ext cx="79208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ko-KR" altLang="en-US" sz="2400" dirty="0" smtClean="0"/>
              <a:t>현재 기존 </a:t>
            </a:r>
            <a:r>
              <a:rPr lang="en-US" altLang="ko-KR" sz="2400" dirty="0" err="1" smtClean="0"/>
              <a:t>PefTool</a:t>
            </a:r>
            <a:r>
              <a:rPr lang="ko-KR" altLang="en-US" sz="2400" dirty="0" smtClean="0"/>
              <a:t>과 동작이 똑같다</a:t>
            </a:r>
            <a:r>
              <a:rPr lang="en-US" altLang="ko-KR" sz="2400" dirty="0" smtClean="0"/>
              <a:t>.</a:t>
            </a:r>
          </a:p>
          <a:p>
            <a:pPr marL="514350" indent="-514350"/>
            <a:r>
              <a:rPr lang="en-US" altLang="ko-KR" sz="2400" dirty="0" err="1" smtClean="0"/>
              <a:t>Pef</a:t>
            </a:r>
            <a:r>
              <a:rPr lang="ko-KR" altLang="en-US" sz="2400" dirty="0" smtClean="0"/>
              <a:t>파일을 수정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추가</a:t>
            </a:r>
            <a:r>
              <a:rPr lang="en-US" altLang="ko-KR" sz="2400" dirty="0" smtClean="0"/>
              <a:t>, </a:t>
            </a:r>
            <a:r>
              <a:rPr lang="ko-KR" altLang="en-US" sz="2400" dirty="0" err="1" smtClean="0"/>
              <a:t>삭제등의</a:t>
            </a:r>
            <a:r>
              <a:rPr lang="ko-KR" altLang="en-US" sz="2400" dirty="0" smtClean="0"/>
              <a:t> 작업을 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323528" y="577240"/>
            <a:ext cx="8183880" cy="691520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&lt;</a:t>
            </a:r>
            <a:r>
              <a:rPr lang="en-US" altLang="ko-KR" dirty="0" err="1" smtClean="0"/>
              <a:t>Pef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에디터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5851" y="1412776"/>
            <a:ext cx="3614341" cy="323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무기 에디터 다이얼로그 설명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8776" y="5013176"/>
            <a:ext cx="8043664" cy="1296144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altLang="ko-KR" dirty="0" smtClean="0"/>
              <a:t>1. </a:t>
            </a:r>
            <a:r>
              <a:rPr lang="ko-KR" altLang="en-US" dirty="0" smtClean="0"/>
              <a:t>무기의 리소스 정보</a:t>
            </a:r>
            <a:r>
              <a:rPr lang="en-US" altLang="ko-KR" dirty="0" smtClean="0"/>
              <a:t>(Mesh, </a:t>
            </a:r>
            <a:r>
              <a:rPr lang="ko-KR" altLang="en-US" dirty="0" smtClean="0"/>
              <a:t>애니메이션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사운드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AIDriver</a:t>
            </a:r>
            <a:r>
              <a:rPr lang="en-US" altLang="ko-KR" dirty="0" smtClean="0"/>
              <a:t>)</a:t>
            </a:r>
          </a:p>
          <a:p>
            <a:pPr>
              <a:buNone/>
            </a:pPr>
            <a:r>
              <a:rPr lang="en-US" altLang="ko-KR" dirty="0" smtClean="0"/>
              <a:t>2. </a:t>
            </a:r>
            <a:r>
              <a:rPr lang="en-US" altLang="ko-KR" dirty="0" err="1" smtClean="0"/>
              <a:t>AIDriver</a:t>
            </a:r>
            <a:r>
              <a:rPr lang="en-US" altLang="ko-KR" dirty="0" smtClean="0"/>
              <a:t> </a:t>
            </a:r>
            <a:r>
              <a:rPr lang="ko-KR" altLang="en-US" dirty="0" smtClean="0"/>
              <a:t>리스트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3. </a:t>
            </a:r>
            <a:r>
              <a:rPr lang="en-US" altLang="ko-KR" dirty="0" err="1" smtClean="0"/>
              <a:t>AIDriver</a:t>
            </a:r>
            <a:r>
              <a:rPr lang="ko-KR" altLang="en-US" dirty="0" smtClean="0"/>
              <a:t>의 속성값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4. </a:t>
            </a:r>
            <a:r>
              <a:rPr lang="ko-KR" altLang="en-US" dirty="0" smtClean="0"/>
              <a:t>무기의 </a:t>
            </a:r>
            <a:r>
              <a:rPr lang="ko-KR" altLang="en-US" dirty="0" err="1" smtClean="0"/>
              <a:t>렌더링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5. </a:t>
            </a:r>
            <a:r>
              <a:rPr lang="ko-KR" altLang="en-US" dirty="0" smtClean="0"/>
              <a:t>사운드 </a:t>
            </a:r>
            <a:r>
              <a:rPr lang="ko-KR" altLang="en-US" dirty="0" err="1" smtClean="0"/>
              <a:t>트랙바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0567" y="1268760"/>
            <a:ext cx="8011873" cy="3620269"/>
          </a:xfrm>
          <a:prstGeom prst="rect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직사각형 5"/>
          <p:cNvSpPr/>
          <p:nvPr/>
        </p:nvSpPr>
        <p:spPr>
          <a:xfrm>
            <a:off x="539552" y="1556792"/>
            <a:ext cx="2016224" cy="1368152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0000"/>
                </a:solidFill>
              </a:rPr>
              <a:t>1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39552" y="2924944"/>
            <a:ext cx="2016224" cy="1152128"/>
          </a:xfrm>
          <a:prstGeom prst="rect">
            <a:avLst/>
          </a:prstGeom>
          <a:solidFill>
            <a:srgbClr val="FF0000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0000"/>
                </a:solidFill>
              </a:rPr>
              <a:t>2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555776" y="1556792"/>
            <a:ext cx="1512168" cy="2520280"/>
          </a:xfrm>
          <a:prstGeom prst="rect">
            <a:avLst/>
          </a:prstGeom>
          <a:solidFill>
            <a:srgbClr val="FFFF00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0000"/>
                </a:solidFill>
              </a:rPr>
              <a:t>3</a:t>
            </a:r>
            <a:endParaRPr lang="ko-KR" altLang="en-US" sz="4400" dirty="0"/>
          </a:p>
        </p:txBody>
      </p:sp>
      <p:sp>
        <p:nvSpPr>
          <p:cNvPr id="9" name="직사각형 8"/>
          <p:cNvSpPr/>
          <p:nvPr/>
        </p:nvSpPr>
        <p:spPr>
          <a:xfrm>
            <a:off x="4067944" y="1549172"/>
            <a:ext cx="4456876" cy="2527900"/>
          </a:xfrm>
          <a:prstGeom prst="rect">
            <a:avLst/>
          </a:prstGeom>
          <a:solidFill>
            <a:srgbClr val="0070C0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0000"/>
                </a:solidFill>
              </a:rPr>
              <a:t>4</a:t>
            </a:r>
            <a:endParaRPr lang="ko-KR" altLang="en-US" sz="4400" dirty="0"/>
          </a:p>
        </p:txBody>
      </p:sp>
      <p:sp>
        <p:nvSpPr>
          <p:cNvPr id="10" name="직사각형 9"/>
          <p:cNvSpPr/>
          <p:nvPr/>
        </p:nvSpPr>
        <p:spPr>
          <a:xfrm>
            <a:off x="539552" y="4077072"/>
            <a:ext cx="7992888" cy="864096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0000"/>
                </a:solidFill>
              </a:rPr>
              <a:t>5</a:t>
            </a:r>
            <a:endParaRPr lang="ko-KR" alt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무기 리소스 트리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941168"/>
            <a:ext cx="7467600" cy="1368152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altLang="ko-KR" dirty="0" smtClean="0"/>
              <a:t>Scene Graph, LOD: </a:t>
            </a:r>
            <a:r>
              <a:rPr lang="ko-KR" altLang="en-US" dirty="0" smtClean="0"/>
              <a:t>무기의 </a:t>
            </a:r>
            <a:r>
              <a:rPr lang="en-US" altLang="ko-KR" dirty="0" smtClean="0"/>
              <a:t>LOD</a:t>
            </a:r>
            <a:r>
              <a:rPr lang="ko-KR" altLang="en-US" dirty="0" err="1" smtClean="0"/>
              <a:t>메쉬</a:t>
            </a:r>
            <a:r>
              <a:rPr lang="ko-KR" altLang="en-US" dirty="0" smtClean="0"/>
              <a:t> 이름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Animation:</a:t>
            </a:r>
            <a:r>
              <a:rPr lang="ko-KR" altLang="en-US" dirty="0" smtClean="0"/>
              <a:t>해당 무기의 애니메이션 파일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Sound:</a:t>
            </a:r>
            <a:r>
              <a:rPr lang="ko-KR" altLang="en-US" dirty="0" smtClean="0"/>
              <a:t>해당 무기의 사운드 파일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(Texture, AI: </a:t>
            </a:r>
            <a:r>
              <a:rPr lang="ko-KR" altLang="en-US" dirty="0" smtClean="0"/>
              <a:t>삭제 예정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1268760"/>
            <a:ext cx="3312368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en-US" altLang="ko-KR" dirty="0" err="1" smtClean="0"/>
              <a:t>AIDriver</a:t>
            </a:r>
            <a:r>
              <a:rPr lang="en-US" altLang="ko-KR" dirty="0" smtClean="0"/>
              <a:t>(</a:t>
            </a:r>
            <a:r>
              <a:rPr lang="ko-KR" altLang="en-US" dirty="0" smtClean="0"/>
              <a:t>애니메이션</a:t>
            </a:r>
            <a:r>
              <a:rPr lang="en-US" altLang="ko-KR" dirty="0" smtClean="0"/>
              <a:t>)</a:t>
            </a:r>
            <a:r>
              <a:rPr lang="ko-KR" altLang="en-US" dirty="0" smtClean="0"/>
              <a:t>리스트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941168"/>
            <a:ext cx="7467600" cy="136815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ko-KR" dirty="0" smtClean="0">
                <a:solidFill>
                  <a:srgbClr val="00B0F0"/>
                </a:solidFill>
              </a:rPr>
              <a:t>1</a:t>
            </a:r>
            <a:r>
              <a:rPr lang="en-US" altLang="ko-KR" dirty="0" smtClean="0"/>
              <a:t>:</a:t>
            </a:r>
            <a:r>
              <a:rPr lang="ko-KR" altLang="en-US" dirty="0" smtClean="0"/>
              <a:t>애니메이션 </a:t>
            </a:r>
            <a:r>
              <a:rPr lang="en-US" altLang="ko-KR" dirty="0" smtClean="0"/>
              <a:t>State </a:t>
            </a:r>
            <a:r>
              <a:rPr lang="ko-KR" altLang="en-US" dirty="0" smtClean="0"/>
              <a:t>이름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>
                <a:solidFill>
                  <a:srgbClr val="FF0000"/>
                </a:solidFill>
              </a:rPr>
              <a:t>2</a:t>
            </a:r>
            <a:r>
              <a:rPr lang="en-US" altLang="ko-KR" dirty="0" smtClean="0"/>
              <a:t>:</a:t>
            </a:r>
            <a:r>
              <a:rPr lang="ko-KR" altLang="en-US" dirty="0" smtClean="0"/>
              <a:t>해당 </a:t>
            </a:r>
            <a:r>
              <a:rPr lang="en-US" altLang="ko-KR" dirty="0" smtClean="0"/>
              <a:t>State</a:t>
            </a:r>
            <a:r>
              <a:rPr lang="ko-KR" altLang="en-US" dirty="0" smtClean="0"/>
              <a:t>의 애니메이션 이름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(</a:t>
            </a:r>
            <a:r>
              <a:rPr lang="ko-KR" altLang="en-US" dirty="0" smtClean="0"/>
              <a:t>클릭하면 해당 </a:t>
            </a:r>
            <a:r>
              <a:rPr lang="ko-KR" altLang="en-US" dirty="0" err="1" smtClean="0"/>
              <a:t>에니메이션이</a:t>
            </a:r>
            <a:r>
              <a:rPr lang="ko-KR" altLang="en-US" dirty="0" smtClean="0"/>
              <a:t> 플레이 된다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1792213"/>
            <a:ext cx="4505325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직사각형 6"/>
          <p:cNvSpPr/>
          <p:nvPr/>
        </p:nvSpPr>
        <p:spPr>
          <a:xfrm>
            <a:off x="2411760" y="1772816"/>
            <a:ext cx="2232248" cy="2448272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1</a:t>
            </a:r>
            <a:endParaRPr lang="ko-KR" altLang="en-US" sz="4400" dirty="0"/>
          </a:p>
        </p:txBody>
      </p:sp>
      <p:sp>
        <p:nvSpPr>
          <p:cNvPr id="8" name="직사각형 7"/>
          <p:cNvSpPr/>
          <p:nvPr/>
        </p:nvSpPr>
        <p:spPr>
          <a:xfrm>
            <a:off x="4644008" y="1772816"/>
            <a:ext cx="2232248" cy="2448272"/>
          </a:xfrm>
          <a:prstGeom prst="rect">
            <a:avLst/>
          </a:prstGeom>
          <a:solidFill>
            <a:srgbClr val="FF0000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2</a:t>
            </a:r>
            <a:endParaRPr lang="ko-KR" alt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en-US" altLang="ko-KR" dirty="0" err="1" smtClean="0"/>
              <a:t>AIDriver</a:t>
            </a:r>
            <a:r>
              <a:rPr lang="en-US" altLang="ko-KR" dirty="0" smtClean="0"/>
              <a:t>(</a:t>
            </a:r>
            <a:r>
              <a:rPr lang="ko-KR" altLang="en-US" dirty="0" smtClean="0"/>
              <a:t>애니메이션</a:t>
            </a:r>
            <a:r>
              <a:rPr lang="en-US" altLang="ko-KR" dirty="0" smtClean="0"/>
              <a:t>)</a:t>
            </a:r>
            <a:r>
              <a:rPr lang="ko-KR" altLang="en-US" dirty="0" smtClean="0"/>
              <a:t>리스트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04800" y="4581128"/>
            <a:ext cx="7467600" cy="19888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ko-KR" sz="1200" dirty="0" smtClean="0">
                <a:solidFill>
                  <a:srgbClr val="00B0F0"/>
                </a:solidFill>
              </a:rPr>
              <a:t>(</a:t>
            </a:r>
            <a:r>
              <a:rPr lang="ko-KR" altLang="en-US" sz="1200" dirty="0" smtClean="0">
                <a:solidFill>
                  <a:srgbClr val="00B0F0"/>
                </a:solidFill>
              </a:rPr>
              <a:t>기존 툴의 정보를 </a:t>
            </a:r>
            <a:r>
              <a:rPr lang="ko-KR" altLang="en-US" sz="1200" dirty="0" err="1" smtClean="0">
                <a:solidFill>
                  <a:srgbClr val="00B0F0"/>
                </a:solidFill>
              </a:rPr>
              <a:t>옴겨</a:t>
            </a:r>
            <a:r>
              <a:rPr lang="ko-KR" altLang="en-US" sz="1200" dirty="0" smtClean="0">
                <a:solidFill>
                  <a:srgbClr val="00B0F0"/>
                </a:solidFill>
              </a:rPr>
              <a:t> 왔으나 몇 개는 현재 정확한 정보를 알 수 없다</a:t>
            </a:r>
            <a:r>
              <a:rPr lang="en-US" altLang="ko-KR" sz="1200" dirty="0" smtClean="0">
                <a:solidFill>
                  <a:srgbClr val="00B0F0"/>
                </a:solidFill>
              </a:rPr>
              <a:t>.)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rgbClr val="FFFF00"/>
                </a:solidFill>
              </a:rPr>
              <a:t>Animation Name</a:t>
            </a:r>
            <a:r>
              <a:rPr lang="en-US" altLang="ko-KR" sz="1200" dirty="0" smtClean="0"/>
              <a:t> : </a:t>
            </a:r>
            <a:r>
              <a:rPr lang="ko-KR" altLang="en-US" sz="1200" dirty="0" err="1" smtClean="0"/>
              <a:t>에니메이션</a:t>
            </a:r>
            <a:r>
              <a:rPr lang="ko-KR" altLang="en-US" sz="1200" dirty="0" smtClean="0"/>
              <a:t> 이름</a:t>
            </a:r>
            <a:endParaRPr lang="en-US" altLang="ko-KR" sz="1200" dirty="0" smtClean="0"/>
          </a:p>
          <a:p>
            <a:pPr>
              <a:buNone/>
            </a:pPr>
            <a:r>
              <a:rPr lang="en-US" altLang="ko-KR" sz="1200" dirty="0" err="1" smtClean="0">
                <a:solidFill>
                  <a:srgbClr val="FFFF00"/>
                </a:solidFill>
              </a:rPr>
              <a:t>ClassName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클라이언트 내에서 쓰이는 이름</a:t>
            </a:r>
            <a:endParaRPr lang="en-US" altLang="ko-KR" sz="1200" dirty="0" smtClean="0"/>
          </a:p>
          <a:p>
            <a:pPr>
              <a:buNone/>
            </a:pPr>
            <a:r>
              <a:rPr lang="en-US" altLang="ko-KR" sz="1200" dirty="0" err="1" smtClean="0">
                <a:solidFill>
                  <a:srgbClr val="FFFF00"/>
                </a:solidFill>
              </a:rPr>
              <a:t>Anim</a:t>
            </a:r>
            <a:r>
              <a:rPr lang="en-US" altLang="ko-KR" sz="1200" dirty="0" smtClean="0">
                <a:solidFill>
                  <a:srgbClr val="FFFF00"/>
                </a:solidFill>
              </a:rPr>
              <a:t> List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현재 등록된 </a:t>
            </a:r>
            <a:r>
              <a:rPr lang="ko-KR" altLang="en-US" sz="1200" dirty="0" err="1" smtClean="0"/>
              <a:t>애니메이션중</a:t>
            </a:r>
            <a:r>
              <a:rPr lang="ko-KR" altLang="en-US" sz="1200" dirty="0" smtClean="0"/>
              <a:t> 선택하여 </a:t>
            </a:r>
            <a:r>
              <a:rPr lang="ko-KR" altLang="en-US" sz="1200" dirty="0" err="1" smtClean="0"/>
              <a:t>정할수</a:t>
            </a:r>
            <a:r>
              <a:rPr lang="ko-KR" altLang="en-US" sz="1200" dirty="0" smtClean="0"/>
              <a:t> 있다</a:t>
            </a:r>
            <a:endParaRPr lang="en-US" altLang="ko-KR" sz="1200" dirty="0" smtClean="0"/>
          </a:p>
          <a:p>
            <a:pPr>
              <a:buNone/>
            </a:pPr>
            <a:r>
              <a:rPr lang="en-US" altLang="ko-KR" sz="1200" dirty="0" err="1" smtClean="0">
                <a:solidFill>
                  <a:srgbClr val="FFFF00"/>
                </a:solidFill>
              </a:rPr>
              <a:t>Anim</a:t>
            </a:r>
            <a:r>
              <a:rPr lang="en-US" altLang="ko-KR" sz="1200" dirty="0" smtClean="0">
                <a:solidFill>
                  <a:srgbClr val="FFFF00"/>
                </a:solidFill>
              </a:rPr>
              <a:t> File Name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리소스 파일이름</a:t>
            </a:r>
            <a:endParaRPr lang="en-US" altLang="ko-KR" sz="1200" dirty="0" smtClean="0"/>
          </a:p>
          <a:p>
            <a:pPr>
              <a:buNone/>
            </a:pPr>
            <a:r>
              <a:rPr lang="en-US" altLang="ko-KR" sz="1200" dirty="0" smtClean="0">
                <a:solidFill>
                  <a:srgbClr val="FFFF00"/>
                </a:solidFill>
              </a:rPr>
              <a:t>Time</a:t>
            </a:r>
            <a:r>
              <a:rPr lang="en-US" altLang="ko-KR" sz="1200" dirty="0" smtClean="0"/>
              <a:t>: </a:t>
            </a:r>
            <a:r>
              <a:rPr lang="ko-KR" altLang="en-US" sz="1200" dirty="0" err="1" smtClean="0"/>
              <a:t>블렌딩</a:t>
            </a:r>
            <a:r>
              <a:rPr lang="ko-KR" altLang="en-US" sz="1200" dirty="0" smtClean="0"/>
              <a:t> 시간</a:t>
            </a:r>
            <a:endParaRPr lang="en-US" altLang="ko-KR" sz="1200" dirty="0" smtClean="0"/>
          </a:p>
          <a:p>
            <a:pPr>
              <a:buNone/>
            </a:pPr>
            <a:r>
              <a:rPr lang="en-US" altLang="ko-KR" sz="1200" dirty="0" smtClean="0">
                <a:solidFill>
                  <a:srgbClr val="FFFF00"/>
                </a:solidFill>
              </a:rPr>
              <a:t>Loop</a:t>
            </a:r>
            <a:r>
              <a:rPr lang="en-US" altLang="ko-KR" sz="1200" dirty="0" smtClean="0"/>
              <a:t>:</a:t>
            </a:r>
            <a:r>
              <a:rPr lang="ko-KR" altLang="en-US" sz="1200" dirty="0" smtClean="0"/>
              <a:t>애니메이션을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연속으로 플레이 할지 결정함</a:t>
            </a:r>
            <a:endParaRPr lang="en-US" altLang="ko-KR" sz="1200" dirty="0" smtClean="0"/>
          </a:p>
          <a:p>
            <a:pPr>
              <a:buNone/>
            </a:pPr>
            <a:r>
              <a:rPr lang="en-US" altLang="ko-KR" sz="1200" dirty="0" smtClean="0">
                <a:solidFill>
                  <a:srgbClr val="FFFF00"/>
                </a:solidFill>
              </a:rPr>
              <a:t>Set Time Limit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종료 시간을 설정</a:t>
            </a:r>
            <a:endParaRPr lang="en-US" altLang="ko-KR" sz="1200" dirty="0" smtClean="0"/>
          </a:p>
          <a:p>
            <a:pPr>
              <a:buNone/>
            </a:pPr>
            <a:r>
              <a:rPr lang="en-US" altLang="ko-KR" sz="1200" dirty="0" smtClean="0">
                <a:solidFill>
                  <a:srgbClr val="FFFF00"/>
                </a:solidFill>
              </a:rPr>
              <a:t>Is </a:t>
            </a:r>
            <a:r>
              <a:rPr lang="en-US" altLang="ko-KR" sz="1200" dirty="0" err="1" smtClean="0">
                <a:solidFill>
                  <a:srgbClr val="FFFF00"/>
                </a:solidFill>
              </a:rPr>
              <a:t>Anim</a:t>
            </a:r>
            <a:r>
              <a:rPr lang="en-US" altLang="ko-KR" sz="1200" dirty="0" smtClean="0">
                <a:solidFill>
                  <a:srgbClr val="FFFF00"/>
                </a:solidFill>
              </a:rPr>
              <a:t> </a:t>
            </a:r>
            <a:r>
              <a:rPr lang="en-US" altLang="ko-KR" sz="1200" dirty="0" smtClean="0">
                <a:solidFill>
                  <a:srgbClr val="FFFF00"/>
                </a:solidFill>
              </a:rPr>
              <a:t>End, Is </a:t>
            </a:r>
            <a:r>
              <a:rPr lang="en-US" altLang="ko-KR" sz="1200" dirty="0" smtClean="0">
                <a:solidFill>
                  <a:srgbClr val="FFFF00"/>
                </a:solidFill>
              </a:rPr>
              <a:t>Time </a:t>
            </a:r>
            <a:r>
              <a:rPr lang="en-US" altLang="ko-KR" sz="1200" dirty="0" smtClean="0">
                <a:solidFill>
                  <a:srgbClr val="FFFF00"/>
                </a:solidFill>
              </a:rPr>
              <a:t>Limit, Animation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설정 불필요</a:t>
            </a:r>
            <a:endParaRPr lang="ko-KR" altLang="en-US" sz="12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1412776"/>
            <a:ext cx="2304256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총기 </a:t>
            </a:r>
            <a:r>
              <a:rPr lang="ko-KR" altLang="en-US" dirty="0" err="1" smtClean="0"/>
              <a:t>렌더링</a:t>
            </a:r>
            <a:r>
              <a:rPr lang="ko-KR" altLang="en-US" dirty="0" smtClean="0"/>
              <a:t> 화면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04800" y="5085184"/>
            <a:ext cx="7467600" cy="15121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ko-KR" altLang="en-US" sz="2400" dirty="0" smtClean="0"/>
              <a:t>멋진 </a:t>
            </a:r>
            <a:r>
              <a:rPr lang="en-US" altLang="ko-KR" sz="2400" dirty="0" smtClean="0"/>
              <a:t>PB</a:t>
            </a:r>
            <a:r>
              <a:rPr lang="ko-KR" altLang="en-US" sz="2400" dirty="0" smtClean="0"/>
              <a:t>의 총 렌더링및 애니메이</a:t>
            </a:r>
            <a:r>
              <a:rPr lang="ko-KR" altLang="en-US" sz="2400" dirty="0" smtClean="0"/>
              <a:t>션</a:t>
            </a:r>
            <a:r>
              <a:rPr lang="ko-KR" altLang="en-US" sz="2400" dirty="0" smtClean="0"/>
              <a:t>을 볼 수 있다</a:t>
            </a:r>
            <a:endParaRPr lang="ko-KR" alt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340768"/>
            <a:ext cx="5400600" cy="3429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사운드 설정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4077072"/>
            <a:ext cx="7467600" cy="1512168"/>
          </a:xfrm>
        </p:spPr>
        <p:txBody>
          <a:bodyPr>
            <a:noAutofit/>
          </a:bodyPr>
          <a:lstStyle/>
          <a:p>
            <a:pPr marL="493776" indent="-457200">
              <a:buAutoNum type="arabicPeriod"/>
            </a:pPr>
            <a:r>
              <a:rPr lang="ko-KR" altLang="en-US" sz="2400" dirty="0" smtClean="0"/>
              <a:t>사운드 </a:t>
            </a:r>
            <a:r>
              <a:rPr lang="ko-KR" altLang="en-US" sz="2400" dirty="0" err="1" smtClean="0"/>
              <a:t>트랙바</a:t>
            </a:r>
            <a:r>
              <a:rPr lang="en-US" altLang="ko-KR" sz="2400" dirty="0" smtClean="0"/>
              <a:t>, </a:t>
            </a:r>
            <a:r>
              <a:rPr lang="en-US" altLang="ko-KR" sz="2400" dirty="0" err="1" smtClean="0"/>
              <a:t>Aidriver</a:t>
            </a:r>
            <a:r>
              <a:rPr lang="ko-KR" altLang="en-US" sz="2400" dirty="0" smtClean="0"/>
              <a:t>를 클릭하면 애니메이션과 같이 사운드가 </a:t>
            </a:r>
            <a:r>
              <a:rPr lang="ko-KR" altLang="en-US" sz="2400" dirty="0" err="1" smtClean="0"/>
              <a:t>플레이된다</a:t>
            </a:r>
            <a:endParaRPr lang="en-US" altLang="ko-KR" sz="2400" dirty="0" smtClean="0"/>
          </a:p>
          <a:p>
            <a:pPr marL="493776" indent="-457200">
              <a:buAutoNum type="arabicPeriod"/>
            </a:pPr>
            <a:r>
              <a:rPr lang="ko-KR" altLang="en-US" sz="2400" dirty="0" smtClean="0"/>
              <a:t>마우스 </a:t>
            </a:r>
            <a:r>
              <a:rPr lang="ko-KR" altLang="en-US" sz="2400" dirty="0" err="1" smtClean="0"/>
              <a:t>우클릭하면</a:t>
            </a:r>
            <a:r>
              <a:rPr lang="ko-KR" altLang="en-US" sz="2400" dirty="0" smtClean="0"/>
              <a:t> 추가</a:t>
            </a:r>
            <a:r>
              <a:rPr lang="en-US" altLang="ko-KR" sz="2400" dirty="0" smtClean="0"/>
              <a:t>,</a:t>
            </a:r>
            <a:r>
              <a:rPr lang="ko-KR" altLang="en-US" sz="2400" dirty="0" err="1" smtClean="0"/>
              <a:t>삭제등을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할수</a:t>
            </a:r>
            <a:r>
              <a:rPr lang="ko-KR" altLang="en-US" sz="2400" dirty="0" smtClean="0"/>
              <a:t> 있는 </a:t>
            </a:r>
            <a:r>
              <a:rPr lang="ko-KR" altLang="en-US" sz="2400" dirty="0" err="1" smtClean="0"/>
              <a:t>팝업창이</a:t>
            </a:r>
            <a:r>
              <a:rPr lang="ko-KR" altLang="en-US" sz="2400" dirty="0" smtClean="0"/>
              <a:t> 나온다</a:t>
            </a:r>
            <a:endParaRPr lang="en-US" altLang="ko-KR" sz="2400" dirty="0" smtClean="0"/>
          </a:p>
          <a:p>
            <a:pPr marL="493776" indent="-457200">
              <a:buAutoNum type="arabicPeriod"/>
            </a:pPr>
            <a:r>
              <a:rPr lang="en-US" altLang="ko-KR" sz="2400" dirty="0" smtClean="0"/>
              <a:t>Add Sound</a:t>
            </a:r>
            <a:r>
              <a:rPr lang="ko-KR" altLang="en-US" sz="2400" dirty="0" smtClean="0"/>
              <a:t>를 누르면 뜨며 현재 등록된 사운드 리스트를 보여준다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00808"/>
            <a:ext cx="7664152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2276873"/>
            <a:ext cx="2088232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1" y="2276873"/>
            <a:ext cx="1224136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직사각형 8"/>
          <p:cNvSpPr/>
          <p:nvPr/>
        </p:nvSpPr>
        <p:spPr>
          <a:xfrm>
            <a:off x="611560" y="1700808"/>
            <a:ext cx="7632848" cy="576064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1</a:t>
            </a:r>
            <a:endParaRPr lang="ko-KR" altLang="en-US" sz="4400" dirty="0"/>
          </a:p>
        </p:txBody>
      </p:sp>
      <p:sp>
        <p:nvSpPr>
          <p:cNvPr id="10" name="직사각형 9"/>
          <p:cNvSpPr/>
          <p:nvPr/>
        </p:nvSpPr>
        <p:spPr>
          <a:xfrm>
            <a:off x="611560" y="2276872"/>
            <a:ext cx="1224136" cy="1152128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0000"/>
                </a:solidFill>
              </a:rPr>
              <a:t>2</a:t>
            </a:r>
            <a:endParaRPr lang="ko-KR" altLang="en-US" sz="4400" dirty="0"/>
          </a:p>
        </p:txBody>
      </p:sp>
      <p:sp>
        <p:nvSpPr>
          <p:cNvPr id="11" name="직사각형 10"/>
          <p:cNvSpPr/>
          <p:nvPr/>
        </p:nvSpPr>
        <p:spPr>
          <a:xfrm>
            <a:off x="1835696" y="2276872"/>
            <a:ext cx="2088232" cy="1800200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0000"/>
                </a:solidFill>
              </a:rPr>
              <a:t>3</a:t>
            </a:r>
            <a:endParaRPr lang="ko-KR" alt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상단 버튼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4077072"/>
            <a:ext cx="7467600" cy="1512168"/>
          </a:xfrm>
        </p:spPr>
        <p:txBody>
          <a:bodyPr>
            <a:noAutofit/>
          </a:bodyPr>
          <a:lstStyle/>
          <a:p>
            <a:pPr marL="493776" indent="-457200">
              <a:buAutoNum type="arabicPeriod"/>
            </a:pPr>
            <a:r>
              <a:rPr lang="en-US" altLang="ko-KR" sz="2400" dirty="0" smtClean="0"/>
              <a:t>Create: </a:t>
            </a:r>
            <a:r>
              <a:rPr lang="ko-KR" altLang="en-US" sz="2400" dirty="0" smtClean="0"/>
              <a:t>새로운 무기를 생성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기존무기 복제를 할 수 있다</a:t>
            </a:r>
            <a:endParaRPr lang="en-US" altLang="ko-KR" sz="2400" dirty="0" smtClean="0"/>
          </a:p>
          <a:p>
            <a:pPr marL="493776" indent="-457200">
              <a:buAutoNum type="arabicPeriod"/>
            </a:pPr>
            <a:r>
              <a:rPr lang="en-US" altLang="ko-KR" sz="2400" dirty="0" smtClean="0"/>
              <a:t>Resource: </a:t>
            </a:r>
            <a:r>
              <a:rPr lang="ko-KR" altLang="en-US" sz="2400" dirty="0" smtClean="0"/>
              <a:t>리소스를 추가 삭제 할 수 있다</a:t>
            </a:r>
            <a:endParaRPr lang="en-US" altLang="ko-KR" sz="2400" dirty="0" smtClean="0"/>
          </a:p>
          <a:p>
            <a:pPr marL="493776" indent="-457200">
              <a:buAutoNum type="arabicPeriod"/>
            </a:pPr>
            <a:r>
              <a:rPr lang="en-US" altLang="ko-KR" sz="2400" dirty="0" err="1" smtClean="0"/>
              <a:t>AIDriver</a:t>
            </a:r>
            <a:r>
              <a:rPr lang="en-US" altLang="ko-KR" sz="2400" dirty="0" smtClean="0"/>
              <a:t>: </a:t>
            </a:r>
            <a:r>
              <a:rPr lang="ko-KR" altLang="en-US" sz="2400" dirty="0" smtClean="0"/>
              <a:t>기존 </a:t>
            </a:r>
            <a:r>
              <a:rPr lang="en-US" altLang="ko-KR" sz="2400" dirty="0" err="1" smtClean="0"/>
              <a:t>AIDriver</a:t>
            </a:r>
            <a:r>
              <a:rPr lang="ko-KR" altLang="en-US" sz="2400" dirty="0" smtClean="0"/>
              <a:t>의 리스트를 볼수 있으며 추가할 수 있다</a:t>
            </a:r>
            <a:r>
              <a:rPr lang="en-US" altLang="ko-KR" sz="2400" dirty="0" smtClean="0"/>
              <a:t>.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916832"/>
            <a:ext cx="52228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직사각형 11"/>
          <p:cNvSpPr/>
          <p:nvPr/>
        </p:nvSpPr>
        <p:spPr>
          <a:xfrm>
            <a:off x="755576" y="1916832"/>
            <a:ext cx="1728192" cy="504056"/>
          </a:xfrm>
          <a:prstGeom prst="rect">
            <a:avLst/>
          </a:prstGeom>
          <a:solidFill>
            <a:srgbClr val="0000CC">
              <a:alpha val="3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1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483768" y="1916832"/>
            <a:ext cx="1728192" cy="504056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2</a:t>
            </a:r>
            <a:endParaRPr lang="ko-KR" altLang="en-US" b="1" dirty="0"/>
          </a:p>
        </p:txBody>
      </p:sp>
      <p:sp>
        <p:nvSpPr>
          <p:cNvPr id="14" name="직사각형 13"/>
          <p:cNvSpPr/>
          <p:nvPr/>
        </p:nvSpPr>
        <p:spPr>
          <a:xfrm>
            <a:off x="4211960" y="1916832"/>
            <a:ext cx="1800200" cy="504056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3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상단 </a:t>
            </a:r>
            <a:r>
              <a:rPr lang="en-US" altLang="ko-KR" dirty="0" smtClean="0"/>
              <a:t>Create&gt;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4077072"/>
            <a:ext cx="7467600" cy="2664296"/>
          </a:xfrm>
        </p:spPr>
        <p:txBody>
          <a:bodyPr>
            <a:noAutofit/>
          </a:bodyPr>
          <a:lstStyle/>
          <a:p>
            <a:pPr marL="493776" indent="-457200">
              <a:buAutoNum type="arabicPeriod"/>
            </a:pPr>
            <a:r>
              <a:rPr lang="ko-KR" altLang="en-US" sz="2000" dirty="0" smtClean="0"/>
              <a:t>새로운 형태의 무기를 만든다</a:t>
            </a:r>
            <a:r>
              <a:rPr lang="en-US" altLang="ko-KR" sz="2000" dirty="0" smtClean="0"/>
              <a:t>(</a:t>
            </a:r>
            <a:r>
              <a:rPr lang="ko-KR" altLang="en-US" sz="2000" dirty="0" err="1" smtClean="0"/>
              <a:t>미구현</a:t>
            </a:r>
            <a:r>
              <a:rPr lang="en-US" altLang="ko-KR" sz="2000" dirty="0" smtClean="0"/>
              <a:t>)</a:t>
            </a:r>
          </a:p>
          <a:p>
            <a:pPr marL="493776" indent="-457200">
              <a:buAutoNum type="arabicPeriod"/>
            </a:pPr>
            <a:r>
              <a:rPr lang="ko-KR" altLang="en-US" sz="2000" dirty="0" smtClean="0"/>
              <a:t>기존 무기를 복제한다</a:t>
            </a:r>
            <a:endParaRPr lang="en-US" altLang="ko-KR" sz="2000" dirty="0" smtClean="0"/>
          </a:p>
          <a:p>
            <a:pPr marL="493776" indent="-457200">
              <a:buAutoNum type="arabicPeriod"/>
            </a:pPr>
            <a:r>
              <a:rPr lang="ko-KR" altLang="en-US" sz="2000" dirty="0" smtClean="0"/>
              <a:t>무기의 종류별 리스트</a:t>
            </a:r>
            <a:endParaRPr lang="en-US" altLang="ko-KR" sz="2000" dirty="0" smtClean="0"/>
          </a:p>
          <a:p>
            <a:pPr marL="493776" indent="-457200">
              <a:buAutoNum type="arabicPeriod"/>
            </a:pPr>
            <a:r>
              <a:rPr lang="ko-KR" altLang="en-US" sz="2000" dirty="0" smtClean="0"/>
              <a:t>무기 이름 검색 에디터 창</a:t>
            </a:r>
            <a:endParaRPr lang="en-US" altLang="ko-KR" sz="2000" dirty="0" smtClean="0"/>
          </a:p>
          <a:p>
            <a:pPr marL="493776" indent="-457200">
              <a:buAutoNum type="arabicPeriod"/>
            </a:pPr>
            <a:r>
              <a:rPr lang="ko-KR" altLang="en-US" sz="2000" dirty="0" smtClean="0"/>
              <a:t>검색된 무기 리스트</a:t>
            </a:r>
            <a:endParaRPr lang="en-US" altLang="ko-KR" sz="2000" dirty="0" smtClean="0"/>
          </a:p>
          <a:p>
            <a:pPr marL="493776" indent="-457200">
              <a:buAutoNum type="arabicPeriod"/>
            </a:pPr>
            <a:r>
              <a:rPr lang="ko-KR" altLang="en-US" sz="2000" dirty="0" smtClean="0"/>
              <a:t>복제될 무기이름</a:t>
            </a:r>
            <a:endParaRPr lang="en-US" altLang="ko-KR" sz="2000" dirty="0" smtClean="0"/>
          </a:p>
          <a:p>
            <a:pPr marL="493776" indent="-457200">
              <a:buAutoNum type="arabicPeriod"/>
            </a:pPr>
            <a:r>
              <a:rPr lang="ko-KR" altLang="en-US" sz="2000" dirty="0" smtClean="0"/>
              <a:t>복제할 무기이름</a:t>
            </a:r>
            <a:endParaRPr lang="en-US" altLang="ko-KR" sz="2000" dirty="0" smtClean="0"/>
          </a:p>
          <a:p>
            <a:pPr marL="493776" indent="-457200">
              <a:buAutoNum type="arabicPeriod"/>
            </a:pPr>
            <a:endParaRPr lang="en-US" altLang="ko-KR" sz="2400" dirty="0" smtClean="0"/>
          </a:p>
          <a:p>
            <a:pPr marL="493776" indent="-457200">
              <a:buAutoNum type="arabicPeriod"/>
            </a:pPr>
            <a:endParaRPr lang="en-US" altLang="ko-KR" sz="2400" dirty="0" smtClean="0"/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268760"/>
            <a:ext cx="2880320" cy="2835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직사각형 20"/>
          <p:cNvSpPr/>
          <p:nvPr/>
        </p:nvSpPr>
        <p:spPr>
          <a:xfrm>
            <a:off x="755576" y="1484784"/>
            <a:ext cx="2736304" cy="1368152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0000"/>
                </a:solidFill>
              </a:rPr>
              <a:t>1</a:t>
            </a:r>
            <a:endParaRPr lang="ko-KR" altLang="en-US" sz="4400" dirty="0"/>
          </a:p>
        </p:txBody>
      </p:sp>
      <p:sp>
        <p:nvSpPr>
          <p:cNvPr id="22" name="직사각형 21"/>
          <p:cNvSpPr/>
          <p:nvPr/>
        </p:nvSpPr>
        <p:spPr>
          <a:xfrm>
            <a:off x="755576" y="2852936"/>
            <a:ext cx="2736304" cy="1152128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00B0F0"/>
                </a:solidFill>
              </a:rPr>
              <a:t>2</a:t>
            </a:r>
            <a:endParaRPr lang="ko-KR" altLang="en-US" sz="4400" dirty="0">
              <a:solidFill>
                <a:srgbClr val="00B0F0"/>
              </a:solidFill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5896" y="1268760"/>
            <a:ext cx="5238750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직사각형 23"/>
          <p:cNvSpPr/>
          <p:nvPr/>
        </p:nvSpPr>
        <p:spPr>
          <a:xfrm>
            <a:off x="3707904" y="1484784"/>
            <a:ext cx="1512168" cy="576064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7030A0"/>
                </a:solidFill>
              </a:rPr>
              <a:t>3</a:t>
            </a:r>
            <a:endParaRPr lang="ko-KR" altLang="en-US" sz="4400" dirty="0">
              <a:solidFill>
                <a:srgbClr val="7030A0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220072" y="1484784"/>
            <a:ext cx="1512168" cy="576064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00B050"/>
                </a:solidFill>
              </a:rPr>
              <a:t>4</a:t>
            </a:r>
            <a:endParaRPr lang="ko-KR" altLang="en-US" sz="4400" dirty="0">
              <a:solidFill>
                <a:srgbClr val="00B050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707904" y="2060848"/>
            <a:ext cx="3024336" cy="1944216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0000CC"/>
                </a:solidFill>
              </a:rPr>
              <a:t>5</a:t>
            </a:r>
            <a:endParaRPr lang="ko-KR" altLang="en-US" sz="4400" dirty="0">
              <a:solidFill>
                <a:srgbClr val="0000CC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732240" y="2060848"/>
            <a:ext cx="2088232" cy="576064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FF00"/>
                </a:solidFill>
              </a:rPr>
              <a:t>6</a:t>
            </a:r>
            <a:endParaRPr lang="ko-KR" altLang="en-US" sz="4400" dirty="0">
              <a:solidFill>
                <a:srgbClr val="FFFF00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732240" y="2852936"/>
            <a:ext cx="2088232" cy="576064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7</a:t>
            </a:r>
            <a:endParaRPr lang="ko-KR" altLang="en-US" sz="4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상단 </a:t>
            </a:r>
            <a:r>
              <a:rPr lang="en-US" altLang="ko-KR" dirty="0" smtClean="0"/>
              <a:t>Resource&gt;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4077072"/>
            <a:ext cx="7467600" cy="2664296"/>
          </a:xfrm>
        </p:spPr>
        <p:txBody>
          <a:bodyPr>
            <a:noAutofit/>
          </a:bodyPr>
          <a:lstStyle/>
          <a:p>
            <a:pPr marL="493776" indent="-457200">
              <a:buAutoNum type="arabicPeriod"/>
            </a:pPr>
            <a:endParaRPr lang="en-US" altLang="ko-KR" sz="2400" dirty="0" smtClean="0"/>
          </a:p>
          <a:p>
            <a:pPr marL="493776" indent="-457200">
              <a:buAutoNum type="arabicPeriod"/>
            </a:pPr>
            <a:endParaRPr lang="en-US" altLang="ko-KR" sz="2400" dirty="0" smtClean="0"/>
          </a:p>
        </p:txBody>
      </p:sp>
      <p:grpSp>
        <p:nvGrpSpPr>
          <p:cNvPr id="19" name="그룹 18"/>
          <p:cNvGrpSpPr/>
          <p:nvPr/>
        </p:nvGrpSpPr>
        <p:grpSpPr>
          <a:xfrm>
            <a:off x="3131840" y="1340768"/>
            <a:ext cx="3392612" cy="3096344"/>
            <a:chOff x="3131840" y="1340768"/>
            <a:chExt cx="3392612" cy="3096344"/>
          </a:xfrm>
        </p:grpSpPr>
        <p:pic>
          <p:nvPicPr>
            <p:cNvPr id="1536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131840" y="1340768"/>
              <a:ext cx="3392612" cy="30874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직사각형 13"/>
            <p:cNvSpPr/>
            <p:nvPr/>
          </p:nvSpPr>
          <p:spPr>
            <a:xfrm>
              <a:off x="3131840" y="1484784"/>
              <a:ext cx="1656184" cy="288032"/>
            </a:xfrm>
            <a:prstGeom prst="rect">
              <a:avLst/>
            </a:prstGeom>
            <a:solidFill>
              <a:srgbClr val="FFFF00">
                <a:alpha val="1490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rgbClr val="FF0000"/>
                  </a:solidFill>
                </a:rPr>
                <a:t>1</a:t>
              </a:r>
              <a:endParaRPr lang="ko-KR" altLang="en-US" sz="2400" b="1" dirty="0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131840" y="1772816"/>
              <a:ext cx="1656184" cy="1584176"/>
            </a:xfrm>
            <a:prstGeom prst="rect">
              <a:avLst/>
            </a:prstGeom>
            <a:solidFill>
              <a:srgbClr val="FFFF00">
                <a:alpha val="1490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rgbClr val="FF0000"/>
                  </a:solidFill>
                </a:rPr>
                <a:t>3</a:t>
              </a:r>
              <a:endParaRPr lang="ko-KR" altLang="en-US" sz="2400" b="1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788024" y="1484784"/>
              <a:ext cx="1728192" cy="288032"/>
            </a:xfrm>
            <a:prstGeom prst="rect">
              <a:avLst/>
            </a:prstGeom>
            <a:solidFill>
              <a:srgbClr val="FFFF00">
                <a:alpha val="1490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rgbClr val="FF0000"/>
                  </a:solidFill>
                </a:rPr>
                <a:t>2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788024" y="1772816"/>
              <a:ext cx="1728192" cy="1584176"/>
            </a:xfrm>
            <a:prstGeom prst="rect">
              <a:avLst/>
            </a:prstGeom>
            <a:solidFill>
              <a:srgbClr val="FFFF00">
                <a:alpha val="1490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rgbClr val="FF0000"/>
                  </a:solidFill>
                </a:rPr>
                <a:t>4</a:t>
              </a:r>
              <a:endParaRPr lang="ko-KR" altLang="en-US" sz="2400" b="1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3131840" y="3356992"/>
              <a:ext cx="3384376" cy="1080120"/>
            </a:xfrm>
            <a:prstGeom prst="rect">
              <a:avLst/>
            </a:prstGeom>
            <a:solidFill>
              <a:srgbClr val="00B0F0">
                <a:alpha val="1490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dirty="0" smtClean="0">
                  <a:solidFill>
                    <a:srgbClr val="FF0000"/>
                  </a:solidFill>
                </a:rPr>
                <a:t>5</a:t>
              </a:r>
              <a:endParaRPr lang="ko-KR" altLang="en-US" sz="4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899592" y="4941168"/>
            <a:ext cx="54123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</a:t>
            </a:r>
            <a:r>
              <a:rPr lang="ko-KR" altLang="en-US" dirty="0" smtClean="0">
                <a:solidFill>
                  <a:srgbClr val="FFFF00"/>
                </a:solidFill>
              </a:rPr>
              <a:t>파일 위치 찾기</a:t>
            </a:r>
            <a:r>
              <a:rPr lang="en-US" altLang="ko-KR" dirty="0" smtClean="0">
                <a:solidFill>
                  <a:srgbClr val="FFFF00"/>
                </a:solidFill>
              </a:rPr>
              <a:t>:</a:t>
            </a:r>
            <a:r>
              <a:rPr lang="ko-KR" altLang="en-US" dirty="0" smtClean="0"/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Root</a:t>
            </a:r>
            <a:r>
              <a:rPr lang="en-US" altLang="ko-KR" dirty="0" smtClean="0"/>
              <a:t>: </a:t>
            </a:r>
            <a:r>
              <a:rPr lang="ko-KR" altLang="en-US" dirty="0" smtClean="0"/>
              <a:t>최상위폴더  </a:t>
            </a:r>
            <a:r>
              <a:rPr lang="en-US" altLang="ko-KR" dirty="0" smtClean="0">
                <a:solidFill>
                  <a:srgbClr val="FF0000"/>
                </a:solidFill>
              </a:rPr>
              <a:t>Weapon</a:t>
            </a:r>
            <a:r>
              <a:rPr lang="en-US" altLang="ko-KR" dirty="0" smtClean="0"/>
              <a:t>:</a:t>
            </a:r>
            <a:r>
              <a:rPr lang="ko-KR" altLang="en-US" dirty="0" smtClean="0"/>
              <a:t>무기폴더 </a:t>
            </a:r>
            <a:r>
              <a:rPr lang="en-US" altLang="ko-KR" dirty="0" smtClean="0">
                <a:solidFill>
                  <a:srgbClr val="FF0000"/>
                </a:solidFill>
              </a:rPr>
              <a:t>Sound</a:t>
            </a:r>
            <a:r>
              <a:rPr lang="en-US" altLang="ko-KR" dirty="0" smtClean="0"/>
              <a:t>:</a:t>
            </a:r>
            <a:r>
              <a:rPr lang="ko-KR" altLang="en-US" dirty="0" smtClean="0"/>
              <a:t>사운드 폴더</a:t>
            </a:r>
            <a:endParaRPr lang="en-US" altLang="ko-KR" dirty="0" smtClean="0"/>
          </a:p>
          <a:p>
            <a:r>
              <a:rPr lang="en-US" altLang="ko-KR" dirty="0" smtClean="0"/>
              <a:t>2.</a:t>
            </a:r>
            <a:r>
              <a:rPr lang="ko-KR" altLang="en-US" dirty="0" smtClean="0"/>
              <a:t>파일 </a:t>
            </a:r>
            <a:r>
              <a:rPr lang="ko-KR" altLang="en-US" dirty="0" err="1" smtClean="0"/>
              <a:t>필터링</a:t>
            </a:r>
            <a:endParaRPr lang="en-US" altLang="ko-KR" dirty="0" smtClean="0"/>
          </a:p>
          <a:p>
            <a:r>
              <a:rPr lang="en-US" altLang="ko-KR" dirty="0" smtClean="0"/>
              <a:t>3.</a:t>
            </a:r>
            <a:r>
              <a:rPr lang="ko-KR" altLang="en-US" dirty="0" smtClean="0"/>
              <a:t>해당 폴더 트리 </a:t>
            </a:r>
            <a:endParaRPr lang="en-US" altLang="ko-KR" dirty="0" smtClean="0"/>
          </a:p>
          <a:p>
            <a:r>
              <a:rPr lang="en-US" altLang="ko-KR" dirty="0" smtClean="0"/>
              <a:t>4.</a:t>
            </a:r>
            <a:r>
              <a:rPr lang="ko-KR" altLang="en-US" dirty="0" smtClean="0"/>
              <a:t>해당 폴더의 파일 리스트</a:t>
            </a:r>
            <a:endParaRPr lang="en-US" altLang="ko-KR" dirty="0" smtClean="0"/>
          </a:p>
          <a:p>
            <a:r>
              <a:rPr lang="en-US" altLang="ko-KR" dirty="0" smtClean="0"/>
              <a:t>5.</a:t>
            </a:r>
            <a:r>
              <a:rPr lang="ko-KR" altLang="en-US" dirty="0" smtClean="0"/>
              <a:t>폴더 추가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삭제</a:t>
            </a:r>
            <a:r>
              <a:rPr lang="en-US" altLang="ko-KR" dirty="0" smtClean="0"/>
              <a:t>(</a:t>
            </a:r>
            <a:r>
              <a:rPr lang="ko-KR" altLang="en-US" dirty="0" smtClean="0"/>
              <a:t>현재 삭제만 가능</a:t>
            </a:r>
            <a:r>
              <a:rPr lang="en-US" altLang="ko-KR" dirty="0" smtClean="0"/>
              <a:t>), </a:t>
            </a:r>
            <a:r>
              <a:rPr lang="ko-KR" altLang="en-US" dirty="0" smtClean="0"/>
              <a:t>리소스 추가 버튼</a:t>
            </a:r>
            <a:endParaRPr lang="ko-KR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상단 </a:t>
            </a:r>
            <a:r>
              <a:rPr lang="en-US" altLang="ko-KR" dirty="0" err="1" smtClean="0"/>
              <a:t>AIDriver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4077072"/>
            <a:ext cx="7467600" cy="2664296"/>
          </a:xfrm>
        </p:spPr>
        <p:txBody>
          <a:bodyPr>
            <a:noAutofit/>
          </a:bodyPr>
          <a:lstStyle/>
          <a:p>
            <a:pPr marL="493776" indent="-457200">
              <a:buAutoNum type="arabicPeriod"/>
            </a:pPr>
            <a:endParaRPr lang="en-US" altLang="ko-KR" sz="2400" dirty="0" smtClean="0"/>
          </a:p>
          <a:p>
            <a:pPr marL="493776" indent="-457200">
              <a:buAutoNum type="arabicPeriod"/>
            </a:pPr>
            <a:endParaRPr lang="en-US" altLang="ko-KR" sz="2400" dirty="0" smtClean="0"/>
          </a:p>
        </p:txBody>
      </p:sp>
      <p:sp>
        <p:nvSpPr>
          <p:cNvPr id="23" name="TextBox 22"/>
          <p:cNvSpPr txBox="1"/>
          <p:nvPr/>
        </p:nvSpPr>
        <p:spPr>
          <a:xfrm>
            <a:off x="899592" y="4941168"/>
            <a:ext cx="75939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현재 사용중인  </a:t>
            </a:r>
            <a:r>
              <a:rPr lang="en-US" altLang="ko-KR" dirty="0" err="1" smtClean="0"/>
              <a:t>AIDriver</a:t>
            </a:r>
            <a:r>
              <a:rPr lang="en-US" altLang="ko-KR" dirty="0" smtClean="0"/>
              <a:t> </a:t>
            </a:r>
            <a:r>
              <a:rPr lang="ko-KR" altLang="en-US" dirty="0" smtClean="0"/>
              <a:t>리스트</a:t>
            </a:r>
            <a:endParaRPr lang="en-US" altLang="ko-KR" dirty="0" smtClean="0"/>
          </a:p>
          <a:p>
            <a:r>
              <a:rPr lang="en-US" altLang="ko-KR" dirty="0" smtClean="0"/>
              <a:t>2.</a:t>
            </a:r>
            <a:r>
              <a:rPr lang="ko-KR" altLang="en-US" dirty="0"/>
              <a:t> </a:t>
            </a:r>
            <a:r>
              <a:rPr lang="ko-KR" altLang="en-US" dirty="0" smtClean="0"/>
              <a:t>해당 </a:t>
            </a:r>
            <a:r>
              <a:rPr lang="en-US" altLang="ko-KR" dirty="0" err="1" smtClean="0"/>
              <a:t>AIDriver</a:t>
            </a:r>
            <a:r>
              <a:rPr lang="ko-KR" altLang="en-US" dirty="0" smtClean="0"/>
              <a:t>가 사용중인 무기 리스트</a:t>
            </a:r>
            <a:endParaRPr lang="en-US" altLang="ko-KR" dirty="0" smtClean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해당</a:t>
            </a:r>
            <a:r>
              <a:rPr lang="en-US" altLang="ko-KR" dirty="0" err="1" smtClean="0"/>
              <a:t>AIDriver</a:t>
            </a:r>
            <a:r>
              <a:rPr lang="ko-KR" altLang="en-US" dirty="0" smtClean="0"/>
              <a:t>의 테이블 정보</a:t>
            </a:r>
          </a:p>
          <a:p>
            <a:r>
              <a:rPr lang="en-US" altLang="ko-KR" dirty="0" smtClean="0">
                <a:solidFill>
                  <a:srgbClr val="92D050"/>
                </a:solidFill>
              </a:rPr>
              <a:t>(</a:t>
            </a:r>
            <a:r>
              <a:rPr lang="en-US" altLang="ko-KR" dirty="0" err="1" smtClean="0">
                <a:solidFill>
                  <a:srgbClr val="92D050"/>
                </a:solidFill>
              </a:rPr>
              <a:t>AIDriver</a:t>
            </a:r>
            <a:r>
              <a:rPr lang="ko-KR" altLang="en-US" dirty="0" smtClean="0">
                <a:solidFill>
                  <a:srgbClr val="92D050"/>
                </a:solidFill>
              </a:rPr>
              <a:t>데이터는 </a:t>
            </a:r>
            <a:r>
              <a:rPr lang="ko-KR" altLang="en-US" dirty="0" err="1" smtClean="0">
                <a:solidFill>
                  <a:srgbClr val="92D050"/>
                </a:solidFill>
              </a:rPr>
              <a:t>클라이어트에서</a:t>
            </a:r>
            <a:r>
              <a:rPr lang="ko-KR" altLang="en-US" dirty="0" smtClean="0">
                <a:solidFill>
                  <a:srgbClr val="92D050"/>
                </a:solidFill>
              </a:rPr>
              <a:t> 사용하는 코어 부분이다</a:t>
            </a:r>
            <a:r>
              <a:rPr lang="en-US" altLang="ko-KR" dirty="0" smtClean="0">
                <a:solidFill>
                  <a:srgbClr val="92D050"/>
                </a:solidFill>
              </a:rPr>
              <a:t>. </a:t>
            </a:r>
            <a:r>
              <a:rPr lang="ko-KR" altLang="en-US" dirty="0" smtClean="0">
                <a:solidFill>
                  <a:srgbClr val="92D050"/>
                </a:solidFill>
              </a:rPr>
              <a:t>사용자가 편리하게 추가 할 수 있도록 작업이 필요하다</a:t>
            </a:r>
            <a:r>
              <a:rPr lang="en-US" altLang="ko-KR" dirty="0" smtClean="0">
                <a:solidFill>
                  <a:srgbClr val="92D050"/>
                </a:solidFill>
              </a:rPr>
              <a:t>)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2130221" y="1700808"/>
            <a:ext cx="5106075" cy="2952328"/>
            <a:chOff x="2712689" y="1484784"/>
            <a:chExt cx="5106075" cy="2952328"/>
          </a:xfrm>
        </p:grpSpPr>
        <p:pic>
          <p:nvPicPr>
            <p:cNvPr id="16388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712689" y="1484784"/>
              <a:ext cx="5106075" cy="2952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직사각형 18"/>
            <p:cNvSpPr/>
            <p:nvPr/>
          </p:nvSpPr>
          <p:spPr>
            <a:xfrm>
              <a:off x="2771800" y="1700808"/>
              <a:ext cx="1224136" cy="2736304"/>
            </a:xfrm>
            <a:prstGeom prst="rect">
              <a:avLst/>
            </a:prstGeom>
            <a:solidFill>
              <a:srgbClr val="FFFF00">
                <a:alpha val="1490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rgbClr val="FF0000"/>
                  </a:solidFill>
                </a:rPr>
                <a:t>1</a:t>
              </a:r>
              <a:endParaRPr lang="ko-KR" altLang="en-US" sz="2400" b="1" dirty="0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3995936" y="1700808"/>
              <a:ext cx="1296144" cy="2736304"/>
            </a:xfrm>
            <a:prstGeom prst="rect">
              <a:avLst/>
            </a:prstGeom>
            <a:solidFill>
              <a:srgbClr val="FFFF00">
                <a:alpha val="1490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rgbClr val="FF0000"/>
                  </a:solidFill>
                </a:rPr>
                <a:t>2</a:t>
              </a:r>
              <a:endParaRPr lang="ko-KR" altLang="en-US" sz="2400" b="1" dirty="0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5292080" y="1700808"/>
              <a:ext cx="1296144" cy="2736304"/>
            </a:xfrm>
            <a:prstGeom prst="rect">
              <a:avLst/>
            </a:prstGeom>
            <a:solidFill>
              <a:srgbClr val="FFFF00">
                <a:alpha val="1490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rgbClr val="FF0000"/>
                  </a:solidFill>
                </a:rPr>
                <a:t>3</a:t>
              </a:r>
              <a:endParaRPr lang="ko-KR" altLang="en-US" sz="2400" b="1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테크닉">
  <a:themeElements>
    <a:clrScheme name="테크닉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테크닉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372</TotalTime>
  <Words>622</Words>
  <Application>Microsoft Office PowerPoint</Application>
  <PresentationFormat>화면 슬라이드 쇼(4:3)</PresentationFormat>
  <Paragraphs>120</Paragraphs>
  <Slides>18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테크닉</vt:lpstr>
      <vt:lpstr>상점 아이템 추가 툴(ItemTool)</vt:lpstr>
      <vt:lpstr>슬라이드 2</vt:lpstr>
      <vt:lpstr>툴을 처음 실행하면 기본 경로를 지정 할 수 있게 폴더 브라우저 창이 뜬다.  해당 Media폴더를 선택한다.</vt:lpstr>
      <vt:lpstr>&lt;메인 화면 전체 모습&gt;</vt:lpstr>
      <vt:lpstr>&lt;탭 정보&gt;</vt:lpstr>
      <vt:lpstr>&lt;루트 폴더 지정&gt;</vt:lpstr>
      <vt:lpstr>&lt;메인 렌더링 화면&gt;</vt:lpstr>
      <vt:lpstr>&lt;Pef 에디터&gt;</vt:lpstr>
      <vt:lpstr>&lt;무기 에디터 다이얼로그 설명&gt;</vt:lpstr>
      <vt:lpstr>&lt;무기 리소스 트리&gt;</vt:lpstr>
      <vt:lpstr>&lt;AIDriver(애니메이션)리스트&gt;</vt:lpstr>
      <vt:lpstr>&lt;AIDriver(애니메이션)리스트&gt;</vt:lpstr>
      <vt:lpstr>&lt;총기 렌더링 화면&gt;</vt:lpstr>
      <vt:lpstr>&lt;사운드 설정&gt;</vt:lpstr>
      <vt:lpstr>&lt;상단 버튼&gt;</vt:lpstr>
      <vt:lpstr>&lt;상단 Create&gt;</vt:lpstr>
      <vt:lpstr>&lt;상단 Resource&gt;</vt:lpstr>
      <vt:lpstr>&lt;상단 AIDriver&gt;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상점 아이템 추가 툴(ItemTool)</dc:title>
  <dc:creator>lsrsp</dc:creator>
  <cp:lastModifiedBy>lsrsp</cp:lastModifiedBy>
  <cp:revision>32</cp:revision>
  <dcterms:created xsi:type="dcterms:W3CDTF">2012-08-20T00:55:27Z</dcterms:created>
  <dcterms:modified xsi:type="dcterms:W3CDTF">2012-08-20T07:08:03Z</dcterms:modified>
</cp:coreProperties>
</file>