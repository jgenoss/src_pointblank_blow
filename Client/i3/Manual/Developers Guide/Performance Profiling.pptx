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Default Extension="jpeg" ContentType="image/jpeg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62" r:id="rId5"/>
    <p:sldId id="263" r:id="rId6"/>
    <p:sldId id="259" r:id="rId7"/>
    <p:sldId id="260" r:id="rId8"/>
    <p:sldId id="261" r:id="rId9"/>
    <p:sldId id="264" r:id="rId10"/>
  </p:sldIdLst>
  <p:sldSz cx="9144000" cy="6858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07" d="100"/>
          <a:sy n="107" d="100"/>
        </p:scale>
        <p:origin x="-1098" y="-7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이등변 삼각형 6"/>
          <p:cNvSpPr/>
          <p:nvPr/>
        </p:nvSpPr>
        <p:spPr>
          <a:xfrm rot="16200000">
            <a:off x="7554353" y="5254283"/>
            <a:ext cx="1892949" cy="1294228"/>
          </a:xfrm>
          <a:prstGeom prst="triangle">
            <a:avLst>
              <a:gd name="adj" fmla="val 51323"/>
            </a:avLst>
          </a:prstGeom>
          <a:gradFill flip="none" rotWithShape="1">
            <a:gsLst>
              <a:gs pos="0">
                <a:schemeClr val="accent1">
                  <a:shade val="30000"/>
                  <a:satMod val="155000"/>
                  <a:alpha val="100000"/>
                </a:schemeClr>
              </a:gs>
              <a:gs pos="60000">
                <a:schemeClr val="accent1">
                  <a:satMod val="160000"/>
                  <a:alpha val="100000"/>
                </a:schemeClr>
              </a:gs>
              <a:gs pos="100000">
                <a:schemeClr val="accent1">
                  <a:tint val="70000"/>
                  <a:satMod val="200000"/>
                  <a:alpha val="100000"/>
                </a:schemeClr>
              </a:gs>
            </a:gsLst>
            <a:lin ang="15500000" scaled="1"/>
            <a:tileRect/>
          </a:gra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제목 7"/>
          <p:cNvSpPr>
            <a:spLocks noGrp="1"/>
          </p:cNvSpPr>
          <p:nvPr>
            <p:ph type="ctrTitle"/>
          </p:nvPr>
        </p:nvSpPr>
        <p:spPr>
          <a:xfrm>
            <a:off x="540544" y="776288"/>
            <a:ext cx="8062912" cy="1470025"/>
          </a:xfrm>
        </p:spPr>
        <p:txBody>
          <a:bodyPr anchor="b">
            <a:normAutofit/>
          </a:bodyPr>
          <a:lstStyle>
            <a:lvl1pPr algn="r">
              <a:defRPr sz="4400"/>
            </a:lvl1pPr>
          </a:lstStyle>
          <a:p>
            <a:r>
              <a:rPr kumimoji="0" lang="ko-KR" altLang="en-US" smtClean="0"/>
              <a:t>마스터 제목 스타일 편집</a:t>
            </a:r>
            <a:endParaRPr kumimoji="0" lang="en-US"/>
          </a:p>
        </p:txBody>
      </p:sp>
      <p:sp>
        <p:nvSpPr>
          <p:cNvPr id="9" name="부제목 8"/>
          <p:cNvSpPr>
            <a:spLocks noGrp="1"/>
          </p:cNvSpPr>
          <p:nvPr>
            <p:ph type="subTitle" idx="1"/>
          </p:nvPr>
        </p:nvSpPr>
        <p:spPr>
          <a:xfrm>
            <a:off x="540544" y="2250280"/>
            <a:ext cx="8062912" cy="1752600"/>
          </a:xfrm>
        </p:spPr>
        <p:txBody>
          <a:bodyPr/>
          <a:lstStyle>
            <a:lvl1pPr marL="0" marR="36576" indent="0" algn="r">
              <a:spcBef>
                <a:spcPts val="0"/>
              </a:spcBef>
              <a:buNone/>
              <a:defRPr>
                <a:ln>
                  <a:solidFill>
                    <a:schemeClr val="bg2"/>
                  </a:solidFill>
                </a:ln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ko-KR" altLang="en-US" smtClean="0"/>
              <a:t>마스터 부제목 스타일 편집</a:t>
            </a:r>
            <a:endParaRPr kumimoji="0" lang="en-US"/>
          </a:p>
        </p:txBody>
      </p:sp>
      <p:sp>
        <p:nvSpPr>
          <p:cNvPr id="28" name="날짜 개체 틀 27"/>
          <p:cNvSpPr>
            <a:spLocks noGrp="1"/>
          </p:cNvSpPr>
          <p:nvPr>
            <p:ph type="dt" sz="half" idx="10"/>
          </p:nvPr>
        </p:nvSpPr>
        <p:spPr>
          <a:xfrm>
            <a:off x="1371600" y="6012656"/>
            <a:ext cx="5791200" cy="365125"/>
          </a:xfrm>
        </p:spPr>
        <p:txBody>
          <a:bodyPr tIns="0" bIns="0" anchor="t"/>
          <a:lstStyle>
            <a:lvl1pPr algn="r">
              <a:defRPr sz="1000"/>
            </a:lvl1pPr>
          </a:lstStyle>
          <a:p>
            <a:fld id="{F17EEF4B-05DB-463E-92AA-CDEE56BBFBD6}" type="datetimeFigureOut">
              <a:rPr lang="ko-KR" altLang="en-US" smtClean="0"/>
              <a:t>2011-10-17</a:t>
            </a:fld>
            <a:endParaRPr lang="ko-KR" altLang="en-US"/>
          </a:p>
        </p:txBody>
      </p:sp>
      <p:sp>
        <p:nvSpPr>
          <p:cNvPr id="17" name="바닥글 개체 틀 16"/>
          <p:cNvSpPr>
            <a:spLocks noGrp="1"/>
          </p:cNvSpPr>
          <p:nvPr>
            <p:ph type="ftr" sz="quarter" idx="11"/>
          </p:nvPr>
        </p:nvSpPr>
        <p:spPr>
          <a:xfrm>
            <a:off x="1371600" y="5650704"/>
            <a:ext cx="5791200" cy="365125"/>
          </a:xfrm>
        </p:spPr>
        <p:txBody>
          <a:bodyPr tIns="0" bIns="0" anchor="b"/>
          <a:lstStyle>
            <a:lvl1pPr algn="r">
              <a:defRPr sz="1100"/>
            </a:lvl1pPr>
          </a:lstStyle>
          <a:p>
            <a:endParaRPr lang="ko-KR" altLang="en-US"/>
          </a:p>
        </p:txBody>
      </p:sp>
      <p:sp>
        <p:nvSpPr>
          <p:cNvPr id="29" name="슬라이드 번호 개체 틀 28"/>
          <p:cNvSpPr>
            <a:spLocks noGrp="1"/>
          </p:cNvSpPr>
          <p:nvPr>
            <p:ph type="sldNum" sz="quarter" idx="12"/>
          </p:nvPr>
        </p:nvSpPr>
        <p:spPr>
          <a:xfrm>
            <a:off x="8392247" y="5752307"/>
            <a:ext cx="502920" cy="365125"/>
          </a:xfrm>
        </p:spPr>
        <p:txBody>
          <a:bodyPr anchor="ctr"/>
          <a:lstStyle>
            <a:lvl1pPr algn="ctr">
              <a:defRPr sz="1300">
                <a:solidFill>
                  <a:srgbClr val="FFFFFF"/>
                </a:solidFill>
              </a:defRPr>
            </a:lvl1pPr>
          </a:lstStyle>
          <a:p>
            <a:fld id="{963F7F75-4132-4BC1-9F4A-EC9FDA506508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67494"/>
            <a:ext cx="8229600" cy="1399032"/>
          </a:xfrm>
        </p:spPr>
        <p:txBody>
          <a:bodyPr/>
          <a:lstStyle/>
          <a:p>
            <a:r>
              <a:rPr kumimoji="0" lang="ko-KR" altLang="en-US" smtClean="0"/>
              <a:t>마스터 제목 스타일 편집</a:t>
            </a:r>
            <a:endParaRPr kumimoji="0" 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457200" y="1882808"/>
            <a:ext cx="8229600" cy="4572000"/>
          </a:xfrm>
        </p:spPr>
        <p:txBody>
          <a:bodyPr/>
          <a:lstStyle/>
          <a:p>
            <a:pPr lvl="0" eaLnBrk="1" latinLnBrk="0" hangingPunct="1"/>
            <a:r>
              <a:rPr lang="ko-KR" altLang="en-US" smtClean="0"/>
              <a:t>마스터 텍스트 스타일을 편집합니다</a:t>
            </a:r>
          </a:p>
          <a:p>
            <a:pPr lvl="1" eaLnBrk="1" latinLnBrk="0" hangingPunct="1"/>
            <a:r>
              <a:rPr lang="ko-KR" altLang="en-US" smtClean="0"/>
              <a:t>둘째 수준</a:t>
            </a:r>
          </a:p>
          <a:p>
            <a:pPr lvl="2" eaLnBrk="1" latinLnBrk="0" hangingPunct="1"/>
            <a:r>
              <a:rPr lang="ko-KR" altLang="en-US" smtClean="0"/>
              <a:t>셋째 수준</a:t>
            </a:r>
          </a:p>
          <a:p>
            <a:pPr lvl="3" eaLnBrk="1" latinLnBrk="0" hangingPunct="1"/>
            <a:r>
              <a:rPr lang="ko-KR" altLang="en-US" smtClean="0"/>
              <a:t>넷째 수준</a:t>
            </a:r>
          </a:p>
          <a:p>
            <a:pPr lvl="4" eaLnBrk="1" latinLnBrk="0" hangingPunct="1"/>
            <a:r>
              <a:rPr lang="ko-KR" altLang="en-US" smtClean="0"/>
              <a:t>다섯째 수준</a:t>
            </a:r>
            <a:endParaRPr kumimoji="0" 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4791456" y="6480048"/>
            <a:ext cx="2133600" cy="301752"/>
          </a:xfrm>
        </p:spPr>
        <p:txBody>
          <a:bodyPr/>
          <a:lstStyle/>
          <a:p>
            <a:fld id="{F17EEF4B-05DB-463E-92AA-CDEE56BBFBD6}" type="datetimeFigureOut">
              <a:rPr lang="ko-KR" altLang="en-US" smtClean="0"/>
              <a:t>2011-10-17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457200" y="6480969"/>
            <a:ext cx="4260056" cy="300831"/>
          </a:xfrm>
        </p:spPr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3F7F75-4132-4BC1-9F4A-EC9FDA506508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구역 머리글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직각 삼각형 8"/>
          <p:cNvSpPr/>
          <p:nvPr/>
        </p:nvSpPr>
        <p:spPr>
          <a:xfrm flipV="1">
            <a:off x="7034" y="7034"/>
            <a:ext cx="9129932" cy="6836899"/>
          </a:xfrm>
          <a:prstGeom prst="rtTriangle">
            <a:avLst/>
          </a:prstGeom>
          <a:gradFill flip="none" rotWithShape="1">
            <a:gsLst>
              <a:gs pos="0">
                <a:schemeClr val="tx2">
                  <a:alpha val="10000"/>
                </a:schemeClr>
              </a:gs>
              <a:gs pos="70000">
                <a:schemeClr val="tx2">
                  <a:alpha val="8000"/>
                </a:schemeClr>
              </a:gs>
              <a:gs pos="100000">
                <a:schemeClr val="tx2">
                  <a:alpha val="1000"/>
                </a:schemeClr>
              </a:gs>
            </a:gsLst>
            <a:lin ang="8000000" scaled="1"/>
            <a:tileRect/>
          </a:gra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algn="ctr" defTabSz="914400" rtl="0" eaLnBrk="1" latinLnBrk="0" hangingPunct="1"/>
            <a:endParaRPr kumimoji="0" lang="en-US" sz="1800" kern="120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8" name="이등변 삼각형 7"/>
          <p:cNvSpPr/>
          <p:nvPr/>
        </p:nvSpPr>
        <p:spPr>
          <a:xfrm rot="5400000" flipV="1">
            <a:off x="7554353" y="309490"/>
            <a:ext cx="1892949" cy="1294228"/>
          </a:xfrm>
          <a:prstGeom prst="triangle">
            <a:avLst>
              <a:gd name="adj" fmla="val 51323"/>
            </a:avLst>
          </a:prstGeom>
          <a:gradFill flip="none" rotWithShape="1">
            <a:gsLst>
              <a:gs pos="0">
                <a:schemeClr val="accent1">
                  <a:shade val="30000"/>
                  <a:satMod val="155000"/>
                  <a:alpha val="100000"/>
                </a:schemeClr>
              </a:gs>
              <a:gs pos="60000">
                <a:schemeClr val="accent1">
                  <a:satMod val="160000"/>
                  <a:alpha val="100000"/>
                </a:schemeClr>
              </a:gs>
              <a:gs pos="100000">
                <a:schemeClr val="accent1">
                  <a:tint val="70000"/>
                  <a:satMod val="200000"/>
                  <a:alpha val="100000"/>
                </a:schemeClr>
              </a:gs>
            </a:gsLst>
            <a:lin ang="15500000" scaled="1"/>
            <a:tileRect/>
          </a:gra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6955632" y="6477000"/>
            <a:ext cx="2133600" cy="304800"/>
          </a:xfrm>
        </p:spPr>
        <p:txBody>
          <a:bodyPr/>
          <a:lstStyle/>
          <a:p>
            <a:fld id="{F17EEF4B-05DB-463E-92AA-CDEE56BBFBD6}" type="datetimeFigureOut">
              <a:rPr lang="ko-KR" altLang="en-US" smtClean="0"/>
              <a:t>2011-10-17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2619376" y="6480969"/>
            <a:ext cx="4260056" cy="300831"/>
          </a:xfrm>
        </p:spPr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>
          <a:xfrm>
            <a:off x="8451056" y="809624"/>
            <a:ext cx="502920" cy="300831"/>
          </a:xfrm>
        </p:spPr>
        <p:txBody>
          <a:bodyPr/>
          <a:lstStyle/>
          <a:p>
            <a:fld id="{963F7F75-4132-4BC1-9F4A-EC9FDA506508}" type="slidenum">
              <a:rPr lang="ko-KR" altLang="en-US" smtClean="0"/>
              <a:t>‹#›</a:t>
            </a:fld>
            <a:endParaRPr lang="ko-KR" altLang="en-US"/>
          </a:p>
        </p:txBody>
      </p:sp>
      <p:cxnSp>
        <p:nvCxnSpPr>
          <p:cNvPr id="11" name="직선 연결선 10"/>
          <p:cNvCxnSpPr/>
          <p:nvPr/>
        </p:nvCxnSpPr>
        <p:spPr>
          <a:xfrm rot="10800000">
            <a:off x="6468794" y="9381"/>
            <a:ext cx="2672861" cy="1900210"/>
          </a:xfrm>
          <a:prstGeom prst="line">
            <a:avLst/>
          </a:prstGeom>
          <a:noFill/>
          <a:ln w="6000" cap="rnd" cmpd="sng" algn="ctr">
            <a:solidFill>
              <a:schemeClr val="bg2">
                <a:tint val="50000"/>
                <a:satMod val="200000"/>
                <a:alpha val="45000"/>
              </a:schemeClr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직선 연결선 9"/>
          <p:cNvCxnSpPr/>
          <p:nvPr/>
        </p:nvCxnSpPr>
        <p:spPr>
          <a:xfrm flipV="1">
            <a:off x="0" y="7034"/>
            <a:ext cx="9136966" cy="6843933"/>
          </a:xfrm>
          <a:prstGeom prst="line">
            <a:avLst/>
          </a:prstGeom>
          <a:noFill/>
          <a:ln w="5000" cap="rnd" cmpd="sng" algn="ctr">
            <a:solidFill>
              <a:schemeClr val="bg2">
                <a:tint val="55000"/>
                <a:satMod val="200000"/>
                <a:alpha val="35000"/>
              </a:schemeClr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81000" y="271464"/>
            <a:ext cx="7239000" cy="1362075"/>
          </a:xfrm>
        </p:spPr>
        <p:txBody>
          <a:bodyPr anchor="ctr"/>
          <a:lstStyle>
            <a:lvl1pPr marL="0" algn="l">
              <a:buNone/>
              <a:defRPr sz="3600" b="1" cap="none" baseline="0"/>
            </a:lvl1pPr>
          </a:lstStyle>
          <a:p>
            <a:r>
              <a:rPr kumimoji="0" lang="ko-KR" altLang="en-US" smtClean="0"/>
              <a:t>마스터 제목 스타일 편집</a:t>
            </a:r>
            <a:endParaRPr kumimoji="0" 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81000" y="1633536"/>
            <a:ext cx="3886200" cy="2286000"/>
          </a:xfrm>
        </p:spPr>
        <p:txBody>
          <a:bodyPr anchor="t"/>
          <a:lstStyle>
            <a:lvl1pPr marL="54864" indent="0" algn="l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ko-KR" altLang="en-US" smtClean="0"/>
              <a:t>마스터 텍스트 스타일을 편집합니다</a:t>
            </a:r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 algn="l">
              <a:defRPr/>
            </a:lvl1pPr>
          </a:lstStyle>
          <a:p>
            <a:r>
              <a:rPr kumimoji="0" lang="ko-KR" altLang="en-US" smtClean="0"/>
              <a:t>마스터 제목 스타일 편집</a:t>
            </a:r>
            <a:endParaRPr kumimoji="0" 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722437"/>
            <a:ext cx="4038600" cy="4525963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ko-KR" altLang="en-US" smtClean="0"/>
              <a:t>마스터 텍스트 스타일을 편집합니다</a:t>
            </a:r>
          </a:p>
          <a:p>
            <a:pPr lvl="1" eaLnBrk="1" latinLnBrk="0" hangingPunct="1"/>
            <a:r>
              <a:rPr lang="ko-KR" altLang="en-US" smtClean="0"/>
              <a:t>둘째 수준</a:t>
            </a:r>
          </a:p>
          <a:p>
            <a:pPr lvl="2" eaLnBrk="1" latinLnBrk="0" hangingPunct="1"/>
            <a:r>
              <a:rPr lang="ko-KR" altLang="en-US" smtClean="0"/>
              <a:t>셋째 수준</a:t>
            </a:r>
          </a:p>
          <a:p>
            <a:pPr lvl="3" eaLnBrk="1" latinLnBrk="0" hangingPunct="1"/>
            <a:r>
              <a:rPr lang="ko-KR" altLang="en-US" smtClean="0"/>
              <a:t>넷째 수준</a:t>
            </a:r>
          </a:p>
          <a:p>
            <a:pPr lvl="4" eaLnBrk="1" latinLnBrk="0" hangingPunct="1"/>
            <a:r>
              <a:rPr lang="ko-KR" altLang="en-US" smtClean="0"/>
              <a:t>다섯째 수준</a:t>
            </a:r>
            <a:endParaRPr kumimoji="0" 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722437"/>
            <a:ext cx="4038600" cy="4525963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ko-KR" altLang="en-US" smtClean="0"/>
              <a:t>마스터 텍스트 스타일을 편집합니다</a:t>
            </a:r>
          </a:p>
          <a:p>
            <a:pPr lvl="1" eaLnBrk="1" latinLnBrk="0" hangingPunct="1"/>
            <a:r>
              <a:rPr lang="ko-KR" altLang="en-US" smtClean="0"/>
              <a:t>둘째 수준</a:t>
            </a:r>
          </a:p>
          <a:p>
            <a:pPr lvl="2" eaLnBrk="1" latinLnBrk="0" hangingPunct="1"/>
            <a:r>
              <a:rPr lang="ko-KR" altLang="en-US" smtClean="0"/>
              <a:t>셋째 수준</a:t>
            </a:r>
          </a:p>
          <a:p>
            <a:pPr lvl="3" eaLnBrk="1" latinLnBrk="0" hangingPunct="1"/>
            <a:r>
              <a:rPr lang="ko-KR" altLang="en-US" smtClean="0"/>
              <a:t>넷째 수준</a:t>
            </a:r>
          </a:p>
          <a:p>
            <a:pPr lvl="4" eaLnBrk="1" latinLnBrk="0" hangingPunct="1"/>
            <a:r>
              <a:rPr lang="ko-KR" altLang="en-US" smtClean="0"/>
              <a:t>다섯째 수준</a:t>
            </a:r>
            <a:endParaRPr kumimoji="0" 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>
          <a:xfrm>
            <a:off x="4791456" y="6480969"/>
            <a:ext cx="2133600" cy="301752"/>
          </a:xfrm>
        </p:spPr>
        <p:txBody>
          <a:bodyPr/>
          <a:lstStyle/>
          <a:p>
            <a:fld id="{F17EEF4B-05DB-463E-92AA-CDEE56BBFBD6}" type="datetimeFigureOut">
              <a:rPr lang="ko-KR" altLang="en-US" smtClean="0"/>
              <a:t>2011-10-17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>
          <a:xfrm>
            <a:off x="457200" y="6480969"/>
            <a:ext cx="4260056" cy="301752"/>
          </a:xfrm>
        </p:spPr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>
          <a:xfrm>
            <a:off x="7589520" y="6480969"/>
            <a:ext cx="502920" cy="301752"/>
          </a:xfrm>
        </p:spPr>
        <p:txBody>
          <a:bodyPr/>
          <a:lstStyle/>
          <a:p>
            <a:fld id="{963F7F75-4132-4BC1-9F4A-EC9FDA506508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비교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248198" y="290732"/>
            <a:ext cx="1066800" cy="6153912"/>
          </a:xfrm>
        </p:spPr>
        <p:txBody>
          <a:bodyPr vert="vert270" anchor="b"/>
          <a:lstStyle>
            <a:lvl1pPr marL="0" algn="ctr">
              <a:defRPr sz="3300" b="1">
                <a:ln w="6350">
                  <a:solidFill>
                    <a:schemeClr val="tx1"/>
                  </a:solidFill>
                </a:ln>
                <a:solidFill>
                  <a:schemeClr val="tx1"/>
                </a:solidFill>
              </a:defRPr>
            </a:lvl1pPr>
          </a:lstStyle>
          <a:p>
            <a:r>
              <a:rPr kumimoji="0" lang="ko-KR" altLang="en-US" smtClean="0"/>
              <a:t>마스터 제목 스타일 편집</a:t>
            </a:r>
            <a:endParaRPr kumimoji="0" 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1365006" y="290732"/>
            <a:ext cx="581024" cy="3017520"/>
          </a:xfrm>
          <a:solidFill>
            <a:schemeClr val="bg1"/>
          </a:solidFill>
          <a:ln w="12700">
            <a:noFill/>
          </a:ln>
        </p:spPr>
        <p:txBody>
          <a:bodyPr vert="vert270" anchor="ctr"/>
          <a:lstStyle>
            <a:lvl1pPr marL="0" indent="0" algn="ctr">
              <a:buNone/>
              <a:defRPr sz="1600" b="0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ko-KR" altLang="en-US" smtClean="0"/>
              <a:t>마스터 텍스트 스타일을 편집합니다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3"/>
          </p:nvPr>
        </p:nvSpPr>
        <p:spPr>
          <a:xfrm>
            <a:off x="1365006" y="3427124"/>
            <a:ext cx="581024" cy="3017520"/>
          </a:xfrm>
          <a:solidFill>
            <a:schemeClr val="bg1"/>
          </a:solidFill>
          <a:ln w="12700">
            <a:noFill/>
          </a:ln>
        </p:spPr>
        <p:txBody>
          <a:bodyPr vert="vert270" anchor="ctr"/>
          <a:lstStyle>
            <a:lvl1pPr marL="0" indent="0" algn="ctr">
              <a:buNone/>
              <a:defRPr sz="1600" b="0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ko-KR" altLang="en-US" smtClean="0"/>
              <a:t>마스터 텍스트 스타일을 편집합니다</a:t>
            </a:r>
          </a:p>
        </p:txBody>
      </p:sp>
      <p:sp>
        <p:nvSpPr>
          <p:cNvPr id="5" name="내용 개체 틀 4"/>
          <p:cNvSpPr>
            <a:spLocks noGrp="1"/>
          </p:cNvSpPr>
          <p:nvPr>
            <p:ph sz="quarter" idx="2"/>
          </p:nvPr>
        </p:nvSpPr>
        <p:spPr>
          <a:xfrm>
            <a:off x="2022230" y="290732"/>
            <a:ext cx="6858000" cy="3017520"/>
          </a:xfrm>
        </p:spPr>
        <p:txBody>
          <a:bodyPr/>
          <a:lstStyle>
            <a:lvl1pPr algn="l">
              <a:defRPr sz="2400"/>
            </a:lvl1pPr>
            <a:lvl2pPr algn="l">
              <a:defRPr sz="2000"/>
            </a:lvl2pPr>
            <a:lvl3pPr algn="l">
              <a:defRPr sz="1800"/>
            </a:lvl3pPr>
            <a:lvl4pPr algn="l">
              <a:defRPr sz="1600"/>
            </a:lvl4pPr>
            <a:lvl5pPr algn="l">
              <a:defRPr sz="1600"/>
            </a:lvl5pPr>
          </a:lstStyle>
          <a:p>
            <a:pPr lvl="0" eaLnBrk="1" latinLnBrk="0" hangingPunct="1"/>
            <a:r>
              <a:rPr lang="ko-KR" altLang="en-US" smtClean="0"/>
              <a:t>마스터 텍스트 스타일을 편집합니다</a:t>
            </a:r>
          </a:p>
          <a:p>
            <a:pPr lvl="1" eaLnBrk="1" latinLnBrk="0" hangingPunct="1"/>
            <a:r>
              <a:rPr lang="ko-KR" altLang="en-US" smtClean="0"/>
              <a:t>둘째 수준</a:t>
            </a:r>
          </a:p>
          <a:p>
            <a:pPr lvl="2" eaLnBrk="1" latinLnBrk="0" hangingPunct="1"/>
            <a:r>
              <a:rPr lang="ko-KR" altLang="en-US" smtClean="0"/>
              <a:t>셋째 수준</a:t>
            </a:r>
          </a:p>
          <a:p>
            <a:pPr lvl="3" eaLnBrk="1" latinLnBrk="0" hangingPunct="1"/>
            <a:r>
              <a:rPr lang="ko-KR" altLang="en-US" smtClean="0"/>
              <a:t>넷째 수준</a:t>
            </a:r>
          </a:p>
          <a:p>
            <a:pPr lvl="4" eaLnBrk="1" latinLnBrk="0" hangingPunct="1"/>
            <a:r>
              <a:rPr lang="ko-KR" altLang="en-US" smtClean="0"/>
              <a:t>다섯째 수준</a:t>
            </a:r>
            <a:endParaRPr kumimoji="0" lang="en-US"/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2022230" y="3427124"/>
            <a:ext cx="6858000" cy="301752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ko-KR" altLang="en-US" smtClean="0"/>
              <a:t>마스터 텍스트 스타일을 편집합니다</a:t>
            </a:r>
          </a:p>
          <a:p>
            <a:pPr lvl="1" eaLnBrk="1" latinLnBrk="0" hangingPunct="1"/>
            <a:r>
              <a:rPr lang="ko-KR" altLang="en-US" smtClean="0"/>
              <a:t>둘째 수준</a:t>
            </a:r>
          </a:p>
          <a:p>
            <a:pPr lvl="2" eaLnBrk="1" latinLnBrk="0" hangingPunct="1"/>
            <a:r>
              <a:rPr lang="ko-KR" altLang="en-US" smtClean="0"/>
              <a:t>셋째 수준</a:t>
            </a:r>
          </a:p>
          <a:p>
            <a:pPr lvl="3" eaLnBrk="1" latinLnBrk="0" hangingPunct="1"/>
            <a:r>
              <a:rPr lang="ko-KR" altLang="en-US" smtClean="0"/>
              <a:t>넷째 수준</a:t>
            </a:r>
          </a:p>
          <a:p>
            <a:pPr lvl="4" eaLnBrk="1" latinLnBrk="0" hangingPunct="1"/>
            <a:r>
              <a:rPr lang="ko-KR" altLang="en-US" smtClean="0"/>
              <a:t>다섯째 수준</a:t>
            </a:r>
            <a:endParaRPr kumimoji="0" 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>
          <a:xfrm>
            <a:off x="4791456" y="6480969"/>
            <a:ext cx="2130552" cy="301752"/>
          </a:xfrm>
        </p:spPr>
        <p:txBody>
          <a:bodyPr/>
          <a:lstStyle/>
          <a:p>
            <a:fld id="{F17EEF4B-05DB-463E-92AA-CDEE56BBFBD6}" type="datetimeFigureOut">
              <a:rPr lang="ko-KR" altLang="en-US" smtClean="0"/>
              <a:t>2011-10-17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>
          <a:xfrm>
            <a:off x="457200" y="6480969"/>
            <a:ext cx="4261104" cy="301752"/>
          </a:xfrm>
        </p:spPr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>
          <a:xfrm>
            <a:off x="7589520" y="6483096"/>
            <a:ext cx="502920" cy="301752"/>
          </a:xfrm>
        </p:spPr>
        <p:txBody>
          <a:bodyPr/>
          <a:lstStyle>
            <a:lvl1pPr algn="ctr">
              <a:defRPr/>
            </a:lvl1pPr>
          </a:lstStyle>
          <a:p>
            <a:fld id="{963F7F75-4132-4BC1-9F4A-EC9FDA506508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0"/>
            </a:lvl1pPr>
          </a:lstStyle>
          <a:p>
            <a:r>
              <a:rPr kumimoji="0" lang="ko-KR" altLang="en-US" smtClean="0"/>
              <a:t>마스터 제목 스타일 편집</a:t>
            </a:r>
            <a:endParaRPr kumimoji="0" 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7EEF4B-05DB-463E-92AA-CDEE56BBFBD6}" type="datetimeFigureOut">
              <a:rPr lang="ko-KR" altLang="en-US" smtClean="0"/>
              <a:t>2011-10-17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3F7F75-4132-4BC1-9F4A-EC9FDA506508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>
          <a:xfrm>
            <a:off x="4791456" y="6480969"/>
            <a:ext cx="2133600" cy="301752"/>
          </a:xfrm>
        </p:spPr>
        <p:txBody>
          <a:bodyPr/>
          <a:lstStyle/>
          <a:p>
            <a:fld id="{F17EEF4B-05DB-463E-92AA-CDEE56BBFBD6}" type="datetimeFigureOut">
              <a:rPr lang="ko-KR" altLang="en-US" smtClean="0"/>
              <a:t>2011-10-17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>
          <a:xfrm>
            <a:off x="457200" y="6481890"/>
            <a:ext cx="4260056" cy="300831"/>
          </a:xfrm>
        </p:spPr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>
          <a:xfrm>
            <a:off x="7589520" y="6480969"/>
            <a:ext cx="502920" cy="301752"/>
          </a:xfrm>
        </p:spPr>
        <p:txBody>
          <a:bodyPr/>
          <a:lstStyle/>
          <a:p>
            <a:fld id="{963F7F75-4132-4BC1-9F4A-EC9FDA506508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캡션 있는 콘텐츠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219456" y="367664"/>
            <a:ext cx="914400" cy="5943600"/>
          </a:xfrm>
        </p:spPr>
        <p:txBody>
          <a:bodyPr vert="vert270" anchor="b"/>
          <a:lstStyle>
            <a:lvl1pPr marL="0" marR="18288" algn="r">
              <a:spcBef>
                <a:spcPts val="0"/>
              </a:spcBef>
              <a:buNone/>
              <a:defRPr sz="2900" b="0" cap="all" baseline="0"/>
            </a:lvl1pPr>
          </a:lstStyle>
          <a:p>
            <a:r>
              <a:rPr kumimoji="0" lang="ko-KR" altLang="en-US" smtClean="0"/>
              <a:t>마스터 제목 스타일 편집</a:t>
            </a:r>
            <a:endParaRPr kumimoji="0" 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2"/>
          </p:nvPr>
        </p:nvSpPr>
        <p:spPr>
          <a:xfrm>
            <a:off x="1135856" y="367664"/>
            <a:ext cx="2438400" cy="5943600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1"/>
          </p:nvPr>
        </p:nvSpPr>
        <p:spPr>
          <a:xfrm>
            <a:off x="3651250" y="320040"/>
            <a:ext cx="5276088" cy="5989320"/>
          </a:xfrm>
        </p:spPr>
        <p:txBody>
          <a:bodyPr/>
          <a:lstStyle>
            <a:lvl1pPr>
              <a:spcBef>
                <a:spcPts val="0"/>
              </a:spcBef>
              <a:defRPr sz="3000"/>
            </a:lvl1pPr>
            <a:lvl2pPr>
              <a:defRPr sz="26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</a:lstStyle>
          <a:p>
            <a:pPr lvl="0" eaLnBrk="1" latinLnBrk="0" hangingPunct="1"/>
            <a:r>
              <a:rPr lang="ko-KR" altLang="en-US" smtClean="0"/>
              <a:t>마스터 텍스트 스타일을 편집합니다</a:t>
            </a:r>
          </a:p>
          <a:p>
            <a:pPr lvl="1" eaLnBrk="1" latinLnBrk="0" hangingPunct="1"/>
            <a:r>
              <a:rPr lang="ko-KR" altLang="en-US" smtClean="0"/>
              <a:t>둘째 수준</a:t>
            </a:r>
          </a:p>
          <a:p>
            <a:pPr lvl="2" eaLnBrk="1" latinLnBrk="0" hangingPunct="1"/>
            <a:r>
              <a:rPr lang="ko-KR" altLang="en-US" smtClean="0"/>
              <a:t>셋째 수준</a:t>
            </a:r>
          </a:p>
          <a:p>
            <a:pPr lvl="3" eaLnBrk="1" latinLnBrk="0" hangingPunct="1"/>
            <a:r>
              <a:rPr lang="ko-KR" altLang="en-US" smtClean="0"/>
              <a:t>넷째 수준</a:t>
            </a:r>
          </a:p>
          <a:p>
            <a:pPr lvl="4" eaLnBrk="1" latinLnBrk="0" hangingPunct="1"/>
            <a:r>
              <a:rPr lang="ko-KR" altLang="en-US" smtClean="0"/>
              <a:t>다섯째 수준</a:t>
            </a:r>
            <a:endParaRPr kumimoji="0" 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>
          <a:xfrm>
            <a:off x="6278976" y="6556248"/>
            <a:ext cx="2133600" cy="301752"/>
          </a:xfrm>
        </p:spPr>
        <p:txBody>
          <a:bodyPr/>
          <a:lstStyle>
            <a:lvl1pPr>
              <a:defRPr sz="900"/>
            </a:lvl1pPr>
          </a:lstStyle>
          <a:p>
            <a:fld id="{F17EEF4B-05DB-463E-92AA-CDEE56BBFBD6}" type="datetimeFigureOut">
              <a:rPr lang="ko-KR" altLang="en-US" smtClean="0"/>
              <a:t>2011-10-17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>
          <a:xfrm>
            <a:off x="1135856" y="6556248"/>
            <a:ext cx="5143120" cy="301752"/>
          </a:xfrm>
        </p:spPr>
        <p:txBody>
          <a:bodyPr/>
          <a:lstStyle>
            <a:lvl1pPr>
              <a:defRPr sz="9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>
          <a:xfrm>
            <a:off x="8410576" y="6556248"/>
            <a:ext cx="502920" cy="301752"/>
          </a:xfrm>
        </p:spPr>
        <p:txBody>
          <a:bodyPr/>
          <a:lstStyle>
            <a:lvl1pPr>
              <a:defRPr sz="900"/>
            </a:lvl1pPr>
          </a:lstStyle>
          <a:p>
            <a:fld id="{963F7F75-4132-4BC1-9F4A-EC9FDA506508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캡션 있는 그림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219456" y="150896"/>
            <a:ext cx="914400" cy="6400800"/>
          </a:xfrm>
        </p:spPr>
        <p:txBody>
          <a:bodyPr vert="vert270" anchor="b"/>
          <a:lstStyle>
            <a:lvl1pPr marL="0" algn="l">
              <a:buNone/>
              <a:defRPr sz="3000" b="0" cap="all" baseline="0"/>
            </a:lvl1pPr>
          </a:lstStyle>
          <a:p>
            <a:r>
              <a:rPr kumimoji="0" lang="ko-KR" altLang="en-US" smtClean="0"/>
              <a:t>마스터 제목 스타일 편집</a:t>
            </a:r>
            <a:endParaRPr kumimoji="0" 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138237" y="373966"/>
            <a:ext cx="7333488" cy="5486400"/>
          </a:xfrm>
          <a:solidFill>
            <a:schemeClr val="bg2">
              <a:shade val="50000"/>
            </a:schemeClr>
          </a:solidFill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ko-KR" altLang="en-US" smtClean="0"/>
              <a:t>그림을 추가하려면 아이콘을 클릭하십시오</a:t>
            </a:r>
            <a:endParaRPr kumimoji="0" lang="en-US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143000" y="5867400"/>
            <a:ext cx="7333488" cy="685800"/>
          </a:xfrm>
          <a:solidFill>
            <a:schemeClr val="accent1">
              <a:alpha val="15000"/>
            </a:schemeClr>
          </a:solidFill>
          <a:ln>
            <a:solidFill>
              <a:schemeClr val="accent1"/>
            </a:solidFill>
            <a:miter lim="800000"/>
          </a:ln>
        </p:spPr>
        <p:txBody>
          <a:bodyPr/>
          <a:lstStyle>
            <a:lvl1pPr marL="0" indent="0">
              <a:spcBef>
                <a:spcPts val="0"/>
              </a:spcBef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>
          <a:xfrm>
            <a:off x="6108192" y="6556248"/>
            <a:ext cx="2103120" cy="301752"/>
          </a:xfrm>
        </p:spPr>
        <p:txBody>
          <a:bodyPr/>
          <a:lstStyle>
            <a:lvl1pPr>
              <a:defRPr sz="900"/>
            </a:lvl1pPr>
          </a:lstStyle>
          <a:p>
            <a:fld id="{F17EEF4B-05DB-463E-92AA-CDEE56BBFBD6}" type="datetimeFigureOut">
              <a:rPr lang="ko-KR" altLang="en-US" smtClean="0"/>
              <a:t>2011-10-17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>
          <a:xfrm>
            <a:off x="1170432" y="6557169"/>
            <a:ext cx="4948072" cy="301752"/>
          </a:xfrm>
        </p:spPr>
        <p:txBody>
          <a:bodyPr/>
          <a:lstStyle>
            <a:lvl1pPr>
              <a:defRPr sz="9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>
          <a:xfrm>
            <a:off x="8217192" y="6556248"/>
            <a:ext cx="365760" cy="301752"/>
          </a:xfrm>
        </p:spPr>
        <p:txBody>
          <a:bodyPr/>
          <a:lstStyle>
            <a:lvl1pPr algn="ctr">
              <a:defRPr sz="900"/>
            </a:lvl1pPr>
          </a:lstStyle>
          <a:p>
            <a:fld id="{963F7F75-4132-4BC1-9F4A-EC9FDA506508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ko-KR" altLang="en-US" smtClean="0"/>
              <a:t>마스터 제목 스타일 편집</a:t>
            </a:r>
            <a:endParaRPr kumimoji="0" 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ko-KR" altLang="en-US" smtClean="0"/>
              <a:t>마스터 텍스트 스타일을 편집합니다</a:t>
            </a:r>
          </a:p>
          <a:p>
            <a:pPr lvl="1" eaLnBrk="1" latinLnBrk="0" hangingPunct="1"/>
            <a:r>
              <a:rPr lang="ko-KR" altLang="en-US" smtClean="0"/>
              <a:t>둘째 수준</a:t>
            </a:r>
          </a:p>
          <a:p>
            <a:pPr lvl="2" eaLnBrk="1" latinLnBrk="0" hangingPunct="1"/>
            <a:r>
              <a:rPr lang="ko-KR" altLang="en-US" smtClean="0"/>
              <a:t>셋째 수준</a:t>
            </a:r>
          </a:p>
          <a:p>
            <a:pPr lvl="3" eaLnBrk="1" latinLnBrk="0" hangingPunct="1"/>
            <a:r>
              <a:rPr lang="ko-KR" altLang="en-US" smtClean="0"/>
              <a:t>넷째 수준</a:t>
            </a:r>
          </a:p>
          <a:p>
            <a:pPr lvl="4" eaLnBrk="1" latinLnBrk="0" hangingPunct="1"/>
            <a:r>
              <a:rPr lang="ko-KR" altLang="en-US" smtClean="0"/>
              <a:t>다섯째 수준</a:t>
            </a:r>
            <a:endParaRPr kumimoji="0" 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7EEF4B-05DB-463E-92AA-CDEE56BBFBD6}" type="datetimeFigureOut">
              <a:rPr lang="ko-KR" altLang="en-US" smtClean="0"/>
              <a:t>2011-10-17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3F7F75-4132-4BC1-9F4A-EC9FDA506508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781800" y="381000"/>
            <a:ext cx="1905000" cy="5486400"/>
          </a:xfrm>
        </p:spPr>
        <p:txBody>
          <a:bodyPr vert="eaVert"/>
          <a:lstStyle/>
          <a:p>
            <a:r>
              <a:rPr kumimoji="0" lang="ko-KR" altLang="en-US" smtClean="0"/>
              <a:t>마스터 제목 스타일 편집</a:t>
            </a:r>
            <a:endParaRPr kumimoji="0" 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381000"/>
            <a:ext cx="6248400" cy="5486400"/>
          </a:xfrm>
        </p:spPr>
        <p:txBody>
          <a:bodyPr vert="eaVert"/>
          <a:lstStyle/>
          <a:p>
            <a:pPr lvl="0" eaLnBrk="1" latinLnBrk="0" hangingPunct="1"/>
            <a:r>
              <a:rPr lang="ko-KR" altLang="en-US" smtClean="0"/>
              <a:t>마스터 텍스트 스타일을 편집합니다</a:t>
            </a:r>
          </a:p>
          <a:p>
            <a:pPr lvl="1" eaLnBrk="1" latinLnBrk="0" hangingPunct="1"/>
            <a:r>
              <a:rPr lang="ko-KR" altLang="en-US" smtClean="0"/>
              <a:t>둘째 수준</a:t>
            </a:r>
          </a:p>
          <a:p>
            <a:pPr lvl="2" eaLnBrk="1" latinLnBrk="0" hangingPunct="1"/>
            <a:r>
              <a:rPr lang="ko-KR" altLang="en-US" smtClean="0"/>
              <a:t>셋째 수준</a:t>
            </a:r>
          </a:p>
          <a:p>
            <a:pPr lvl="3" eaLnBrk="1" latinLnBrk="0" hangingPunct="1"/>
            <a:r>
              <a:rPr lang="ko-KR" altLang="en-US" smtClean="0"/>
              <a:t>넷째 수준</a:t>
            </a:r>
          </a:p>
          <a:p>
            <a:pPr lvl="4" eaLnBrk="1" latinLnBrk="0" hangingPunct="1"/>
            <a:r>
              <a:rPr lang="ko-KR" altLang="en-US" smtClean="0"/>
              <a:t>다섯째 수준</a:t>
            </a:r>
            <a:endParaRPr kumimoji="0" 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7EEF4B-05DB-463E-92AA-CDEE56BBFBD6}" type="datetimeFigureOut">
              <a:rPr lang="ko-KR" altLang="en-US" smtClean="0"/>
              <a:t>2011-10-17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3F7F75-4132-4BC1-9F4A-EC9FDA506508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직각 삼각형 10"/>
          <p:cNvSpPr/>
          <p:nvPr/>
        </p:nvSpPr>
        <p:spPr>
          <a:xfrm>
            <a:off x="7034" y="14068"/>
            <a:ext cx="9129932" cy="6836899"/>
          </a:xfrm>
          <a:prstGeom prst="rtTriangle">
            <a:avLst/>
          </a:prstGeom>
          <a:gradFill flip="none" rotWithShape="1">
            <a:gsLst>
              <a:gs pos="0">
                <a:schemeClr val="tx2">
                  <a:alpha val="10000"/>
                </a:schemeClr>
              </a:gs>
              <a:gs pos="70000">
                <a:schemeClr val="tx2">
                  <a:alpha val="8000"/>
                </a:schemeClr>
              </a:gs>
              <a:gs pos="100000">
                <a:schemeClr val="tx2">
                  <a:alpha val="1000"/>
                </a:schemeClr>
              </a:gs>
            </a:gsLst>
            <a:lin ang="8000000" scaled="1"/>
            <a:tileRect/>
          </a:gra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cxnSp>
        <p:nvCxnSpPr>
          <p:cNvPr id="8" name="직선 연결선 7"/>
          <p:cNvCxnSpPr/>
          <p:nvPr/>
        </p:nvCxnSpPr>
        <p:spPr>
          <a:xfrm>
            <a:off x="0" y="7034"/>
            <a:ext cx="9136966" cy="6843933"/>
          </a:xfrm>
          <a:prstGeom prst="line">
            <a:avLst/>
          </a:prstGeom>
          <a:noFill/>
          <a:ln w="5000" cap="rnd" cmpd="sng" algn="ctr">
            <a:solidFill>
              <a:schemeClr val="bg2">
                <a:tint val="55000"/>
                <a:satMod val="200000"/>
                <a:alpha val="35000"/>
              </a:schemeClr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직선 연결선 8"/>
          <p:cNvCxnSpPr/>
          <p:nvPr/>
        </p:nvCxnSpPr>
        <p:spPr>
          <a:xfrm rot="10800000" flipV="1">
            <a:off x="6468794" y="4948410"/>
            <a:ext cx="2672861" cy="1900210"/>
          </a:xfrm>
          <a:prstGeom prst="line">
            <a:avLst/>
          </a:prstGeom>
          <a:noFill/>
          <a:ln w="6000" cap="rnd" cmpd="sng" algn="ctr">
            <a:solidFill>
              <a:schemeClr val="bg2">
                <a:tint val="50000"/>
                <a:satMod val="200000"/>
                <a:alpha val="45000"/>
              </a:schemeClr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제목 개체 틀 21"/>
          <p:cNvSpPr>
            <a:spLocks noGrp="1"/>
          </p:cNvSpPr>
          <p:nvPr>
            <p:ph type="title"/>
          </p:nvPr>
        </p:nvSpPr>
        <p:spPr>
          <a:xfrm>
            <a:off x="457200" y="267494"/>
            <a:ext cx="8229600" cy="1399032"/>
          </a:xfrm>
          <a:prstGeom prst="rect">
            <a:avLst/>
          </a:prstGeom>
        </p:spPr>
        <p:txBody>
          <a:bodyPr vert="horz" anchor="ctr">
            <a:normAutofit/>
          </a:bodyPr>
          <a:lstStyle/>
          <a:p>
            <a:r>
              <a:rPr kumimoji="0" lang="ko-KR" altLang="en-US" smtClean="0"/>
              <a:t>마스터 제목 스타일 편집</a:t>
            </a:r>
            <a:endParaRPr kumimoji="0" lang="en-US"/>
          </a:p>
        </p:txBody>
      </p:sp>
      <p:sp>
        <p:nvSpPr>
          <p:cNvPr id="13" name="텍스트 개체 틀 12"/>
          <p:cNvSpPr>
            <a:spLocks noGrp="1"/>
          </p:cNvSpPr>
          <p:nvPr>
            <p:ph type="body" idx="1"/>
          </p:nvPr>
        </p:nvSpPr>
        <p:spPr>
          <a:xfrm>
            <a:off x="457200" y="1882808"/>
            <a:ext cx="8229600" cy="4572000"/>
          </a:xfrm>
          <a:prstGeom prst="rect">
            <a:avLst/>
          </a:prstGeom>
        </p:spPr>
        <p:txBody>
          <a:bodyPr vert="horz" anchor="t">
            <a:normAutofit/>
          </a:bodyPr>
          <a:lstStyle/>
          <a:p>
            <a:pPr lvl="0" eaLnBrk="1" latinLnBrk="0" hangingPunct="1"/>
            <a:r>
              <a:rPr kumimoji="0" lang="ko-KR" altLang="en-US" smtClean="0"/>
              <a:t>마스터 텍스트 스타일을 편집합니다</a:t>
            </a:r>
          </a:p>
          <a:p>
            <a:pPr lvl="1" eaLnBrk="1" latinLnBrk="0" hangingPunct="1"/>
            <a:r>
              <a:rPr kumimoji="0" lang="ko-KR" altLang="en-US" smtClean="0"/>
              <a:t>둘째 수준</a:t>
            </a:r>
          </a:p>
          <a:p>
            <a:pPr lvl="2" eaLnBrk="1" latinLnBrk="0" hangingPunct="1"/>
            <a:r>
              <a:rPr kumimoji="0" lang="ko-KR" altLang="en-US" smtClean="0"/>
              <a:t>셋째 수준</a:t>
            </a:r>
          </a:p>
          <a:p>
            <a:pPr lvl="3" eaLnBrk="1" latinLnBrk="0" hangingPunct="1"/>
            <a:r>
              <a:rPr kumimoji="0" lang="ko-KR" altLang="en-US" smtClean="0"/>
              <a:t>넷째 수준</a:t>
            </a:r>
          </a:p>
          <a:p>
            <a:pPr lvl="4" eaLnBrk="1" latinLnBrk="0" hangingPunct="1"/>
            <a:r>
              <a:rPr kumimoji="0" lang="ko-KR" altLang="en-US" smtClean="0"/>
              <a:t>다섯째 수준</a:t>
            </a:r>
            <a:endParaRPr kumimoji="0" lang="en-US"/>
          </a:p>
        </p:txBody>
      </p:sp>
      <p:sp>
        <p:nvSpPr>
          <p:cNvPr id="14" name="날짜 개체 틀 13"/>
          <p:cNvSpPr>
            <a:spLocks noGrp="1"/>
          </p:cNvSpPr>
          <p:nvPr>
            <p:ph type="dt" sz="half" idx="2"/>
          </p:nvPr>
        </p:nvSpPr>
        <p:spPr>
          <a:xfrm>
            <a:off x="4791456" y="6480969"/>
            <a:ext cx="2133600" cy="301752"/>
          </a:xfrm>
          <a:prstGeom prst="rect">
            <a:avLst/>
          </a:prstGeom>
        </p:spPr>
        <p:txBody>
          <a:bodyPr vert="horz" anchor="b"/>
          <a:lstStyle>
            <a:lvl1pPr algn="l" eaLnBrk="1" latinLnBrk="0" hangingPunct="1">
              <a:defRPr kumimoji="0" sz="1000" b="0">
                <a:solidFill>
                  <a:schemeClr val="tx1"/>
                </a:solidFill>
              </a:defRPr>
            </a:lvl1pPr>
          </a:lstStyle>
          <a:p>
            <a:fld id="{F17EEF4B-05DB-463E-92AA-CDEE56BBFBD6}" type="datetimeFigureOut">
              <a:rPr lang="ko-KR" altLang="en-US" smtClean="0"/>
              <a:t>2011-10-17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3"/>
          </p:nvPr>
        </p:nvSpPr>
        <p:spPr>
          <a:xfrm>
            <a:off x="457200" y="6481890"/>
            <a:ext cx="4260056" cy="300831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000">
                <a:solidFill>
                  <a:schemeClr val="tx1"/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23" name="슬라이드 번호 개체 틀 22"/>
          <p:cNvSpPr>
            <a:spLocks noGrp="1"/>
          </p:cNvSpPr>
          <p:nvPr>
            <p:ph type="sldNum" sz="quarter" idx="4"/>
          </p:nvPr>
        </p:nvSpPr>
        <p:spPr>
          <a:xfrm>
            <a:off x="7589520" y="6480969"/>
            <a:ext cx="502920" cy="301752"/>
          </a:xfrm>
          <a:prstGeom prst="rect">
            <a:avLst/>
          </a:prstGeom>
        </p:spPr>
        <p:txBody>
          <a:bodyPr vert="horz" anchor="b"/>
          <a:lstStyle>
            <a:lvl1pPr algn="ctr" eaLnBrk="1" latinLnBrk="0" hangingPunct="1">
              <a:defRPr kumimoji="0" sz="1200">
                <a:solidFill>
                  <a:schemeClr val="tx1"/>
                </a:solidFill>
              </a:defRPr>
            </a:lvl1pPr>
          </a:lstStyle>
          <a:p>
            <a:fld id="{963F7F75-4132-4BC1-9F4A-EC9FDA506508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marL="484632" algn="l" rtl="0" eaLnBrk="1" latinLnBrk="1" hangingPunct="1">
        <a:spcBef>
          <a:spcPct val="0"/>
        </a:spcBef>
        <a:buNone/>
        <a:defRPr kumimoji="0" sz="4200" kern="1200">
          <a:ln w="6350">
            <a:solidFill>
              <a:schemeClr val="accent1">
                <a:shade val="43000"/>
              </a:schemeClr>
            </a:solidFill>
          </a:ln>
          <a:solidFill>
            <a:schemeClr val="accent1">
              <a:tint val="83000"/>
              <a:satMod val="150000"/>
            </a:schemeClr>
          </a:solidFill>
          <a:effectLst>
            <a:outerShdw blurRad="26000" dist="26000" dir="14500000" algn="tl" rotWithShape="0">
              <a:srgbClr val="000000">
                <a:alpha val="40000"/>
              </a:srgbClr>
            </a:outerShdw>
          </a:effectLst>
          <a:latin typeface="+mj-lt"/>
          <a:ea typeface="+mj-ea"/>
          <a:cs typeface="+mj-cs"/>
        </a:defRPr>
      </a:lvl1pPr>
    </p:titleStyle>
    <p:bodyStyle>
      <a:lvl1pPr marL="448056" indent="-384048" algn="l" rtl="0" eaLnBrk="1" latinLnBrk="1" hangingPunct="1">
        <a:spcBef>
          <a:spcPct val="20000"/>
        </a:spcBef>
        <a:buClr>
          <a:schemeClr val="accent1"/>
        </a:buClr>
        <a:buSzPct val="80000"/>
        <a:buFont typeface="Wingdings 2"/>
        <a:buChar char=""/>
        <a:defRPr kumimoji="0" sz="3000" kern="1200">
          <a:solidFill>
            <a:schemeClr val="tx1"/>
          </a:solidFill>
          <a:latin typeface="+mn-lt"/>
          <a:ea typeface="+mn-ea"/>
          <a:cs typeface="+mn-cs"/>
        </a:defRPr>
      </a:lvl1pPr>
      <a:lvl2pPr marL="822960" indent="-285750" algn="l" rtl="0" eaLnBrk="1" latinLnBrk="1" hangingPunct="1">
        <a:spcBef>
          <a:spcPct val="20000"/>
        </a:spcBef>
        <a:buClr>
          <a:schemeClr val="accent1"/>
        </a:buClr>
        <a:buSzPct val="95000"/>
        <a:buFont typeface="Verdana"/>
        <a:buChar char="›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2pPr>
      <a:lvl3pPr marL="1106424" indent="-228600" algn="l" rtl="0" eaLnBrk="1" latinLnBrk="1" hangingPunct="1">
        <a:spcBef>
          <a:spcPct val="20000"/>
        </a:spcBef>
        <a:buClr>
          <a:schemeClr val="accent1"/>
        </a:buClr>
        <a:buFont typeface="Wingdings 2"/>
        <a:buChar char="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indent="-210312" algn="l" rtl="0" eaLnBrk="1" latinLnBrk="1" hangingPunct="1">
        <a:spcBef>
          <a:spcPct val="20000"/>
        </a:spcBef>
        <a:buClr>
          <a:schemeClr val="accent1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600200" indent="-210312" algn="l" rtl="0" eaLnBrk="1" latinLnBrk="1" hangingPunct="1">
        <a:spcBef>
          <a:spcPct val="20000"/>
        </a:spcBef>
        <a:buClr>
          <a:schemeClr val="accent1">
            <a:tint val="75000"/>
          </a:schemeClr>
        </a:buClr>
        <a:buFont typeface="Wingdings 2"/>
        <a:buChar char=""/>
        <a:defRPr kumimoji="0" sz="1900" kern="1200">
          <a:solidFill>
            <a:schemeClr val="tx1"/>
          </a:solidFill>
          <a:latin typeface="+mn-lt"/>
          <a:ea typeface="+mn-ea"/>
          <a:cs typeface="+mn-cs"/>
        </a:defRPr>
      </a:lvl5pPr>
      <a:lvl6pPr marL="1828800" indent="-210312" algn="l" rtl="0" eaLnBrk="1" latinLnBrk="1" hangingPunct="1">
        <a:spcBef>
          <a:spcPct val="20000"/>
        </a:spcBef>
        <a:buClr>
          <a:schemeClr val="accent1">
            <a:tint val="75000"/>
          </a:schemeClr>
        </a:buClr>
        <a:buFont typeface="Wingdings 2"/>
        <a:buChar char="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084832" indent="-210312" algn="l" rtl="0" eaLnBrk="1" latinLnBrk="1" hangingPunct="1">
        <a:spcBef>
          <a:spcPct val="20000"/>
        </a:spcBef>
        <a:buClr>
          <a:schemeClr val="accent1">
            <a:tint val="75000"/>
          </a:schemeClr>
        </a:buClr>
        <a:buFont typeface="Wingdings 2"/>
        <a:buChar char="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286000" indent="-182880" algn="l" rtl="0" eaLnBrk="1" latinLnBrk="1" hangingPunct="1">
        <a:spcBef>
          <a:spcPct val="20000"/>
        </a:spcBef>
        <a:buClr>
          <a:schemeClr val="accent1">
            <a:tint val="75000"/>
          </a:schemeClr>
        </a:buClr>
        <a:buFont typeface="Wingdings 2"/>
        <a:buChar char="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514600" indent="-182880" algn="l" rtl="0" eaLnBrk="1" latinLnBrk="1" hangingPunct="1">
        <a:spcBef>
          <a:spcPct val="20000"/>
        </a:spcBef>
        <a:buClr>
          <a:schemeClr val="accent1">
            <a:tint val="75000"/>
          </a:schemeClr>
        </a:buClr>
        <a:buFont typeface="Wingdings 2"/>
        <a:buChar char="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ko-KR" dirty="0" smtClean="0"/>
              <a:t>Performance Profiling</a:t>
            </a:r>
            <a:br>
              <a:rPr lang="en-US" altLang="ko-KR" dirty="0" smtClean="0"/>
            </a:br>
            <a:r>
              <a:rPr lang="en-US" altLang="ko-KR" dirty="0" smtClean="0"/>
              <a:t>on i3Engine 2.0</a:t>
            </a:r>
            <a:endParaRPr lang="ko-KR" altLang="en-US" dirty="0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ko-KR" alt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Assigned key combinations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 smtClean="0"/>
              <a:t>Ctrl + L-Shift + F1 : Engine Profile</a:t>
            </a:r>
          </a:p>
          <a:p>
            <a:r>
              <a:rPr lang="en-US" altLang="ko-KR" dirty="0" smtClean="0"/>
              <a:t>Ctrl + L-Shift + F2 : Framework Profile</a:t>
            </a:r>
          </a:p>
          <a:p>
            <a:r>
              <a:rPr lang="en-US" altLang="ko-KR" dirty="0" smtClean="0"/>
              <a:t>Ctrl + L-Shift + F3 : Physics Profile</a:t>
            </a:r>
          </a:p>
          <a:p>
            <a:r>
              <a:rPr lang="en-US" altLang="ko-KR" dirty="0" smtClean="0"/>
              <a:t>Ctrl + L-Shift + F4 : Custom Profile</a:t>
            </a:r>
            <a:endParaRPr lang="ko-KR" alt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Engine Profile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457200" y="4581128"/>
            <a:ext cx="8229600" cy="1873680"/>
          </a:xfrm>
        </p:spPr>
        <p:txBody>
          <a:bodyPr/>
          <a:lstStyle/>
          <a:p>
            <a:endParaRPr lang="ko-KR" altLang="en-US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059832" y="1772816"/>
            <a:ext cx="3000375" cy="3781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Engine Profile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altLang="ko-KR" dirty="0" smtClean="0"/>
              <a:t>Total</a:t>
            </a:r>
          </a:p>
          <a:p>
            <a:pPr lvl="1"/>
            <a:r>
              <a:rPr lang="en-US" altLang="ko-KR" dirty="0" smtClean="0"/>
              <a:t>Engine</a:t>
            </a:r>
            <a:r>
              <a:rPr lang="ko-KR" altLang="en-US" dirty="0" smtClean="0"/>
              <a:t>에서 </a:t>
            </a:r>
            <a:r>
              <a:rPr lang="en-US" altLang="ko-KR" dirty="0" smtClean="0"/>
              <a:t>1 Frame</a:t>
            </a:r>
            <a:r>
              <a:rPr lang="ko-KR" altLang="en-US" dirty="0" smtClean="0"/>
              <a:t>을 처리하는데 소요된 </a:t>
            </a:r>
            <a:r>
              <a:rPr lang="en-US" altLang="ko-KR" dirty="0" smtClean="0"/>
              <a:t>ms </a:t>
            </a:r>
            <a:r>
              <a:rPr lang="ko-KR" altLang="en-US" dirty="0" smtClean="0"/>
              <a:t>시간</a:t>
            </a:r>
            <a:r>
              <a:rPr lang="en-US" altLang="ko-KR" dirty="0" smtClean="0"/>
              <a:t>.</a:t>
            </a:r>
          </a:p>
          <a:p>
            <a:r>
              <a:rPr lang="en-US" altLang="ko-KR" dirty="0" err="1" smtClean="0"/>
              <a:t>OnUpdate</a:t>
            </a:r>
            <a:endParaRPr lang="en-US" altLang="ko-KR" dirty="0" smtClean="0"/>
          </a:p>
          <a:p>
            <a:pPr lvl="1"/>
            <a:r>
              <a:rPr lang="en-US" altLang="ko-KR" dirty="0" smtClean="0"/>
              <a:t>Game Object</a:t>
            </a:r>
            <a:r>
              <a:rPr lang="ko-KR" altLang="en-US" dirty="0" smtClean="0"/>
              <a:t>들의 </a:t>
            </a:r>
            <a:r>
              <a:rPr lang="en-US" altLang="ko-KR" dirty="0" err="1" smtClean="0"/>
              <a:t>OnUpdate</a:t>
            </a:r>
            <a:r>
              <a:rPr lang="ko-KR" altLang="en-US" dirty="0" smtClean="0"/>
              <a:t>를 처리하는데 소요된 시간</a:t>
            </a:r>
            <a:r>
              <a:rPr lang="en-US" altLang="ko-KR" dirty="0" smtClean="0"/>
              <a:t>.</a:t>
            </a:r>
          </a:p>
          <a:p>
            <a:r>
              <a:rPr lang="en-US" altLang="ko-KR" dirty="0" smtClean="0"/>
              <a:t>3D Trace</a:t>
            </a:r>
          </a:p>
          <a:p>
            <a:pPr lvl="1"/>
            <a:r>
              <a:rPr lang="en-US" altLang="ko-KR" dirty="0" smtClean="0"/>
              <a:t>3D Scene-Graph</a:t>
            </a:r>
            <a:r>
              <a:rPr lang="ko-KR" altLang="en-US" dirty="0" smtClean="0"/>
              <a:t>를 </a:t>
            </a:r>
            <a:r>
              <a:rPr lang="en-US" altLang="ko-KR" dirty="0" smtClean="0"/>
              <a:t>Traversal</a:t>
            </a:r>
            <a:r>
              <a:rPr lang="ko-KR" altLang="en-US" dirty="0" smtClean="0"/>
              <a:t>하는데 소요된 시간</a:t>
            </a:r>
            <a:r>
              <a:rPr lang="en-US" altLang="ko-KR" dirty="0" smtClean="0"/>
              <a:t>.</a:t>
            </a:r>
          </a:p>
          <a:p>
            <a:r>
              <a:rPr lang="en-US" altLang="ko-KR" dirty="0" smtClean="0"/>
              <a:t>2D Trace</a:t>
            </a:r>
          </a:p>
          <a:p>
            <a:pPr lvl="1"/>
            <a:r>
              <a:rPr lang="en-US" altLang="ko-KR" dirty="0" smtClean="0"/>
              <a:t>2D Scene-Graph</a:t>
            </a:r>
            <a:r>
              <a:rPr lang="ko-KR" altLang="en-US" dirty="0" smtClean="0"/>
              <a:t>를 </a:t>
            </a:r>
            <a:r>
              <a:rPr lang="en-US" altLang="ko-KR" dirty="0" smtClean="0"/>
              <a:t>Traversal</a:t>
            </a:r>
            <a:r>
              <a:rPr lang="ko-KR" altLang="en-US" dirty="0" smtClean="0"/>
              <a:t>하는데 소요된 시간</a:t>
            </a:r>
            <a:r>
              <a:rPr lang="en-US" altLang="ko-KR" dirty="0" smtClean="0"/>
              <a:t>.</a:t>
            </a:r>
          </a:p>
          <a:p>
            <a:r>
              <a:rPr lang="en-US" altLang="ko-KR" dirty="0" err="1" smtClean="0"/>
              <a:t>Physix</a:t>
            </a:r>
            <a:r>
              <a:rPr lang="en-US" altLang="ko-KR" dirty="0" smtClean="0"/>
              <a:t> </a:t>
            </a:r>
            <a:r>
              <a:rPr lang="en-US" altLang="ko-KR" dirty="0" err="1" smtClean="0"/>
              <a:t>Sim</a:t>
            </a:r>
            <a:r>
              <a:rPr lang="en-US" altLang="ko-KR" dirty="0" smtClean="0"/>
              <a:t> – Start</a:t>
            </a:r>
          </a:p>
          <a:p>
            <a:pPr lvl="1"/>
            <a:r>
              <a:rPr lang="en-US" altLang="ko-KR" dirty="0" smtClean="0"/>
              <a:t>NVIDIA </a:t>
            </a:r>
            <a:r>
              <a:rPr lang="en-US" altLang="ko-KR" dirty="0" err="1" smtClean="0"/>
              <a:t>PhysX</a:t>
            </a:r>
            <a:r>
              <a:rPr lang="ko-KR" altLang="en-US" dirty="0" smtClean="0"/>
              <a:t>의 </a:t>
            </a:r>
            <a:r>
              <a:rPr lang="en-US" altLang="ko-KR" dirty="0" smtClean="0"/>
              <a:t>Simulation</a:t>
            </a:r>
            <a:r>
              <a:rPr lang="ko-KR" altLang="en-US" dirty="0" smtClean="0"/>
              <a:t>와 동기화 하는데 걸린 시간</a:t>
            </a:r>
            <a:r>
              <a:rPr lang="en-US" altLang="ko-KR" dirty="0" smtClean="0"/>
              <a:t>.</a:t>
            </a:r>
            <a:endParaRPr lang="en-US" altLang="ko-KR" dirty="0" smtClean="0"/>
          </a:p>
          <a:p>
            <a:pPr>
              <a:buNone/>
            </a:pPr>
            <a:endParaRPr lang="ko-KR" alt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Engine Profile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altLang="ko-KR" dirty="0" smtClean="0"/>
              <a:t>3D Draw</a:t>
            </a:r>
          </a:p>
          <a:p>
            <a:pPr lvl="1"/>
            <a:r>
              <a:rPr lang="en-US" altLang="ko-KR" dirty="0" smtClean="0"/>
              <a:t>3D Trace</a:t>
            </a:r>
            <a:r>
              <a:rPr lang="ko-KR" altLang="en-US" dirty="0" smtClean="0"/>
              <a:t>의 결과물을 </a:t>
            </a:r>
            <a:r>
              <a:rPr lang="en-US" altLang="ko-KR" dirty="0" smtClean="0"/>
              <a:t>Draw</a:t>
            </a:r>
            <a:r>
              <a:rPr lang="ko-KR" altLang="en-US" dirty="0" smtClean="0"/>
              <a:t>하는 데 걸린 시간</a:t>
            </a:r>
            <a:r>
              <a:rPr lang="en-US" altLang="ko-KR" dirty="0" smtClean="0"/>
              <a:t>.</a:t>
            </a:r>
          </a:p>
          <a:p>
            <a:r>
              <a:rPr lang="en-US" altLang="ko-KR" dirty="0" smtClean="0"/>
              <a:t>2D Draw</a:t>
            </a:r>
          </a:p>
          <a:p>
            <a:pPr lvl="1"/>
            <a:r>
              <a:rPr lang="en-US" altLang="ko-KR" dirty="0" smtClean="0"/>
              <a:t>2D Trace</a:t>
            </a:r>
            <a:r>
              <a:rPr lang="ko-KR" altLang="en-US" dirty="0" smtClean="0"/>
              <a:t>의 결과물을 </a:t>
            </a:r>
            <a:r>
              <a:rPr lang="en-US" altLang="ko-KR" dirty="0" smtClean="0"/>
              <a:t>Draw</a:t>
            </a:r>
            <a:r>
              <a:rPr lang="ko-KR" altLang="en-US" dirty="0" smtClean="0"/>
              <a:t>하는데 걸린 시간</a:t>
            </a:r>
            <a:r>
              <a:rPr lang="en-US" altLang="ko-KR" dirty="0" smtClean="0"/>
              <a:t>.</a:t>
            </a:r>
          </a:p>
          <a:p>
            <a:r>
              <a:rPr lang="en-US" altLang="ko-KR" dirty="0" smtClean="0"/>
              <a:t>End</a:t>
            </a:r>
          </a:p>
          <a:p>
            <a:pPr lvl="1"/>
            <a:r>
              <a:rPr lang="en-US" altLang="ko-KR" dirty="0" smtClean="0"/>
              <a:t>Draw waiting </a:t>
            </a:r>
            <a:r>
              <a:rPr lang="ko-KR" altLang="en-US" dirty="0" smtClean="0"/>
              <a:t>및 </a:t>
            </a:r>
            <a:r>
              <a:rPr lang="en-US" altLang="ko-KR" dirty="0" smtClean="0"/>
              <a:t>Frame Buffer</a:t>
            </a:r>
            <a:r>
              <a:rPr lang="ko-KR" altLang="en-US" dirty="0" smtClean="0"/>
              <a:t>의 </a:t>
            </a:r>
            <a:r>
              <a:rPr lang="en-US" altLang="ko-KR" dirty="0" smtClean="0"/>
              <a:t>Flip</a:t>
            </a:r>
            <a:r>
              <a:rPr lang="ko-KR" altLang="en-US" dirty="0" smtClean="0"/>
              <a:t>에 소요된 시간</a:t>
            </a:r>
            <a:r>
              <a:rPr lang="en-US" altLang="ko-KR" dirty="0" smtClean="0"/>
              <a:t>. Pixel </a:t>
            </a:r>
            <a:r>
              <a:rPr lang="en-US" altLang="ko-KR" dirty="0" err="1" smtClean="0"/>
              <a:t>Shader</a:t>
            </a:r>
            <a:r>
              <a:rPr lang="ko-KR" altLang="en-US" dirty="0" smtClean="0"/>
              <a:t>가 너무 느리거나</a:t>
            </a:r>
            <a:r>
              <a:rPr lang="en-US" altLang="ko-KR" dirty="0" smtClean="0"/>
              <a:t>, </a:t>
            </a:r>
            <a:r>
              <a:rPr lang="ko-KR" altLang="en-US" dirty="0" smtClean="0"/>
              <a:t>너무 많은 </a:t>
            </a:r>
            <a:r>
              <a:rPr lang="en-US" altLang="ko-KR" dirty="0" smtClean="0"/>
              <a:t>Draw</a:t>
            </a:r>
            <a:r>
              <a:rPr lang="ko-KR" altLang="en-US" dirty="0" smtClean="0"/>
              <a:t>로 인해 </a:t>
            </a:r>
            <a:r>
              <a:rPr lang="en-US" altLang="ko-KR" dirty="0" smtClean="0"/>
              <a:t>GPU </a:t>
            </a:r>
            <a:r>
              <a:rPr lang="ko-KR" altLang="en-US" dirty="0" smtClean="0"/>
              <a:t>부담이 클 경우</a:t>
            </a:r>
            <a:r>
              <a:rPr lang="en-US" altLang="ko-KR" dirty="0" smtClean="0"/>
              <a:t>, </a:t>
            </a:r>
            <a:r>
              <a:rPr lang="ko-KR" altLang="en-US" dirty="0" smtClean="0"/>
              <a:t>이 값이 높아지는 경향이 있다</a:t>
            </a:r>
            <a:r>
              <a:rPr lang="en-US" altLang="ko-KR" dirty="0" smtClean="0"/>
              <a:t>.</a:t>
            </a:r>
          </a:p>
          <a:p>
            <a:r>
              <a:rPr lang="en-US" altLang="ko-KR" dirty="0" smtClean="0"/>
              <a:t>Effect Render</a:t>
            </a:r>
          </a:p>
          <a:p>
            <a:pPr lvl="1"/>
            <a:r>
              <a:rPr lang="en-US" altLang="ko-KR" dirty="0" smtClean="0"/>
              <a:t>i3Framework::</a:t>
            </a:r>
            <a:r>
              <a:rPr lang="en-US" altLang="ko-KR" dirty="0" err="1" smtClean="0"/>
              <a:t>RenderEffect</a:t>
            </a:r>
            <a:r>
              <a:rPr lang="en-US" altLang="ko-KR" dirty="0" smtClean="0"/>
              <a:t>() </a:t>
            </a:r>
            <a:r>
              <a:rPr lang="ko-KR" altLang="en-US" dirty="0" smtClean="0"/>
              <a:t>함수가 걸린 시간</a:t>
            </a:r>
            <a:r>
              <a:rPr lang="en-US" altLang="ko-KR" dirty="0" smtClean="0"/>
              <a:t>. </a:t>
            </a:r>
            <a:r>
              <a:rPr lang="ko-KR" altLang="en-US" dirty="0" smtClean="0"/>
              <a:t>실질적으로 모든 </a:t>
            </a:r>
            <a:r>
              <a:rPr lang="en-US" altLang="ko-KR" dirty="0" smtClean="0"/>
              <a:t>Particle Effect</a:t>
            </a:r>
            <a:r>
              <a:rPr lang="ko-KR" altLang="en-US" dirty="0" smtClean="0"/>
              <a:t>의 </a:t>
            </a:r>
            <a:r>
              <a:rPr lang="en-US" altLang="ko-KR" dirty="0" smtClean="0"/>
              <a:t>Draw </a:t>
            </a:r>
            <a:r>
              <a:rPr lang="ko-KR" altLang="en-US" dirty="0" smtClean="0"/>
              <a:t>시간에 해당한다</a:t>
            </a:r>
            <a:r>
              <a:rPr lang="en-US" altLang="ko-KR" dirty="0" smtClean="0"/>
              <a:t>.</a:t>
            </a:r>
          </a:p>
          <a:p>
            <a:r>
              <a:rPr lang="en-US" altLang="ko-KR" dirty="0" err="1" smtClean="0"/>
              <a:t>sgContext</a:t>
            </a:r>
            <a:r>
              <a:rPr lang="en-US" altLang="ko-KR" dirty="0" smtClean="0"/>
              <a:t> Update</a:t>
            </a:r>
          </a:p>
          <a:p>
            <a:pPr lvl="1"/>
            <a:r>
              <a:rPr lang="en-US" altLang="ko-KR" dirty="0" smtClean="0"/>
              <a:t>i3SceneGraphContext::</a:t>
            </a:r>
            <a:r>
              <a:rPr lang="en-US" altLang="ko-KR" dirty="0" err="1" smtClean="0"/>
              <a:t>OnUpdate</a:t>
            </a:r>
            <a:r>
              <a:rPr lang="en-US" altLang="ko-KR" dirty="0" smtClean="0"/>
              <a:t>()</a:t>
            </a:r>
            <a:r>
              <a:rPr lang="ko-KR" altLang="en-US" dirty="0" smtClean="0"/>
              <a:t>의 처리 시간</a:t>
            </a:r>
            <a:r>
              <a:rPr lang="en-US" altLang="ko-KR" dirty="0" smtClean="0"/>
              <a:t>. </a:t>
            </a:r>
            <a:r>
              <a:rPr lang="ko-KR" altLang="en-US" dirty="0" smtClean="0"/>
              <a:t>실질적 의미로 </a:t>
            </a:r>
            <a:r>
              <a:rPr lang="en-US" altLang="ko-KR" dirty="0" smtClean="0"/>
              <a:t>Shadow Map</a:t>
            </a:r>
            <a:r>
              <a:rPr lang="ko-KR" altLang="en-US" dirty="0" smtClean="0"/>
              <a:t>을 생성하는데 걸린 시간을 의미한다</a:t>
            </a:r>
            <a:endParaRPr lang="ko-KR" altLang="en-US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Framework</a:t>
            </a:r>
            <a:r>
              <a:rPr lang="ko-KR" altLang="en-US" dirty="0" smtClean="0"/>
              <a:t> </a:t>
            </a:r>
            <a:r>
              <a:rPr lang="en-US" altLang="ko-KR" dirty="0" smtClean="0"/>
              <a:t>Profile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457200" y="3284984"/>
            <a:ext cx="8229600" cy="3169824"/>
          </a:xfrm>
        </p:spPr>
        <p:txBody>
          <a:bodyPr>
            <a:normAutofit fontScale="62500" lnSpcReduction="20000"/>
          </a:bodyPr>
          <a:lstStyle/>
          <a:p>
            <a:r>
              <a:rPr lang="en-US" altLang="ko-KR" dirty="0" smtClean="0"/>
              <a:t>Render</a:t>
            </a:r>
          </a:p>
          <a:p>
            <a:pPr lvl="1"/>
            <a:r>
              <a:rPr lang="en-US" altLang="ko-KR" dirty="0" smtClean="0"/>
              <a:t>i3UI </a:t>
            </a:r>
            <a:r>
              <a:rPr lang="ko-KR" altLang="en-US" dirty="0" smtClean="0"/>
              <a:t>관련 </a:t>
            </a:r>
            <a:r>
              <a:rPr lang="en-US" altLang="ko-KR" dirty="0" smtClean="0"/>
              <a:t>Rendering</a:t>
            </a:r>
            <a:r>
              <a:rPr lang="ko-KR" altLang="en-US" dirty="0" smtClean="0"/>
              <a:t>에 소요된 시간</a:t>
            </a:r>
            <a:r>
              <a:rPr lang="en-US" altLang="ko-KR" dirty="0" smtClean="0"/>
              <a:t>.</a:t>
            </a:r>
          </a:p>
          <a:p>
            <a:r>
              <a:rPr lang="en-US" altLang="ko-KR" dirty="0" smtClean="0"/>
              <a:t>Transfer</a:t>
            </a:r>
          </a:p>
          <a:p>
            <a:pPr lvl="1"/>
            <a:r>
              <a:rPr lang="en-US" altLang="ko-KR" dirty="0" smtClean="0"/>
              <a:t>RAM Tile</a:t>
            </a:r>
            <a:r>
              <a:rPr lang="ko-KR" altLang="en-US" dirty="0" smtClean="0"/>
              <a:t>을 </a:t>
            </a:r>
            <a:r>
              <a:rPr lang="en-US" altLang="ko-KR" dirty="0" smtClean="0"/>
              <a:t>VRAM</a:t>
            </a:r>
            <a:r>
              <a:rPr lang="ko-KR" altLang="en-US" dirty="0" smtClean="0"/>
              <a:t>으로 전송하는데 소요된 시간</a:t>
            </a:r>
            <a:r>
              <a:rPr lang="en-US" altLang="ko-KR" dirty="0" smtClean="0"/>
              <a:t>.</a:t>
            </a:r>
          </a:p>
          <a:p>
            <a:r>
              <a:rPr lang="en-US" altLang="ko-KR" dirty="0" smtClean="0"/>
              <a:t>Update</a:t>
            </a:r>
          </a:p>
          <a:p>
            <a:pPr lvl="1"/>
            <a:r>
              <a:rPr lang="ko-KR" altLang="en-US" dirty="0" smtClean="0"/>
              <a:t>모든 </a:t>
            </a:r>
            <a:r>
              <a:rPr lang="en-US" altLang="ko-KR" dirty="0" smtClean="0"/>
              <a:t>UI </a:t>
            </a:r>
            <a:r>
              <a:rPr lang="ko-KR" altLang="en-US" dirty="0" smtClean="0"/>
              <a:t>관련 </a:t>
            </a:r>
            <a:r>
              <a:rPr lang="en-US" altLang="ko-KR" dirty="0" smtClean="0"/>
              <a:t>Sprite  </a:t>
            </a:r>
            <a:r>
              <a:rPr lang="ko-KR" altLang="en-US" dirty="0" smtClean="0"/>
              <a:t>정보들을 설정하는데 소요된 시간</a:t>
            </a:r>
            <a:r>
              <a:rPr lang="en-US" altLang="ko-KR" dirty="0" smtClean="0"/>
              <a:t>.</a:t>
            </a:r>
          </a:p>
          <a:p>
            <a:r>
              <a:rPr lang="en-US" altLang="ko-KR" dirty="0" smtClean="0"/>
              <a:t>Validate</a:t>
            </a:r>
          </a:p>
          <a:p>
            <a:pPr lvl="1"/>
            <a:r>
              <a:rPr lang="ko-KR" altLang="en-US" dirty="0" smtClean="0"/>
              <a:t>각 </a:t>
            </a:r>
            <a:r>
              <a:rPr lang="en-US" altLang="ko-KR" dirty="0" smtClean="0"/>
              <a:t>Sprite</a:t>
            </a:r>
            <a:r>
              <a:rPr lang="ko-KR" altLang="en-US" dirty="0" smtClean="0"/>
              <a:t>들이 사용하는 </a:t>
            </a:r>
            <a:r>
              <a:rPr lang="en-US" altLang="ko-KR" dirty="0" smtClean="0"/>
              <a:t>Virtual Texture</a:t>
            </a:r>
            <a:r>
              <a:rPr lang="ko-KR" altLang="en-US" dirty="0" smtClean="0"/>
              <a:t>들을 추적하고 관리하는데 소요된 시간</a:t>
            </a:r>
            <a:r>
              <a:rPr lang="en-US" altLang="ko-KR" dirty="0" smtClean="0"/>
              <a:t>.</a:t>
            </a:r>
          </a:p>
          <a:p>
            <a:r>
              <a:rPr lang="en-US" altLang="ko-KR" dirty="0" smtClean="0"/>
              <a:t>Draw Pass</a:t>
            </a:r>
          </a:p>
          <a:p>
            <a:pPr lvl="1"/>
            <a:r>
              <a:rPr lang="ko-KR" altLang="en-US" dirty="0" smtClean="0"/>
              <a:t>모든 </a:t>
            </a:r>
            <a:r>
              <a:rPr lang="en-US" altLang="ko-KR" dirty="0" smtClean="0"/>
              <a:t>Sprite</a:t>
            </a:r>
            <a:r>
              <a:rPr lang="ko-KR" altLang="en-US" dirty="0" smtClean="0"/>
              <a:t>들을 </a:t>
            </a:r>
            <a:r>
              <a:rPr lang="en-US" altLang="ko-KR" dirty="0" smtClean="0"/>
              <a:t>Rendering</a:t>
            </a:r>
            <a:r>
              <a:rPr lang="ko-KR" altLang="en-US" dirty="0" smtClean="0"/>
              <a:t>하는데 소요된 </a:t>
            </a:r>
            <a:r>
              <a:rPr lang="en-US" altLang="ko-KR" dirty="0" smtClean="0"/>
              <a:t>Pass </a:t>
            </a:r>
            <a:r>
              <a:rPr lang="ko-KR" altLang="en-US" dirty="0" smtClean="0"/>
              <a:t>회수</a:t>
            </a:r>
            <a:r>
              <a:rPr lang="en-US" altLang="ko-KR" dirty="0" smtClean="0"/>
              <a:t>.</a:t>
            </a:r>
          </a:p>
          <a:p>
            <a:endParaRPr lang="ko-KR" altLang="en-US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131840" y="1484784"/>
            <a:ext cx="2905125" cy="1676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Physics Profile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457200" y="4077072"/>
            <a:ext cx="8229600" cy="2377736"/>
          </a:xfrm>
        </p:spPr>
        <p:txBody>
          <a:bodyPr/>
          <a:lstStyle/>
          <a:p>
            <a:endParaRPr lang="ko-KR" altLang="en-US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271838" y="3224213"/>
            <a:ext cx="2600325" cy="4095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Custom Profile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457200" y="4437112"/>
            <a:ext cx="8229600" cy="2017696"/>
          </a:xfrm>
        </p:spPr>
        <p:txBody>
          <a:bodyPr>
            <a:normAutofit fontScale="92500" lnSpcReduction="20000"/>
          </a:bodyPr>
          <a:lstStyle/>
          <a:p>
            <a:r>
              <a:rPr lang="en-US" altLang="ko-KR" dirty="0" smtClean="0"/>
              <a:t>ID : Custom Profile Slot Number</a:t>
            </a:r>
          </a:p>
          <a:p>
            <a:r>
              <a:rPr lang="en-US" altLang="ko-KR" dirty="0" smtClean="0"/>
              <a:t>Call Count : </a:t>
            </a:r>
            <a:r>
              <a:rPr lang="ko-KR" altLang="en-US" dirty="0" smtClean="0"/>
              <a:t>해당 측정 기간 중에 해당 </a:t>
            </a:r>
            <a:r>
              <a:rPr lang="en-US" altLang="ko-KR" dirty="0" smtClean="0"/>
              <a:t>ID</a:t>
            </a:r>
            <a:r>
              <a:rPr lang="ko-KR" altLang="en-US" dirty="0" smtClean="0"/>
              <a:t>가 측정된 회수</a:t>
            </a:r>
            <a:endParaRPr lang="en-US" altLang="ko-KR" dirty="0" smtClean="0"/>
          </a:p>
          <a:p>
            <a:r>
              <a:rPr lang="en-US" altLang="ko-KR" dirty="0" smtClean="0"/>
              <a:t>Elapsed Time : </a:t>
            </a:r>
            <a:r>
              <a:rPr lang="ko-KR" altLang="en-US" dirty="0" smtClean="0"/>
              <a:t>해당 측정 기간 중에 해당 </a:t>
            </a:r>
            <a:r>
              <a:rPr lang="en-US" altLang="ko-KR" dirty="0" smtClean="0"/>
              <a:t>ID </a:t>
            </a:r>
            <a:r>
              <a:rPr lang="ko-KR" altLang="en-US" dirty="0" smtClean="0"/>
              <a:t>영역을 수행하는데 걸린 시간</a:t>
            </a:r>
            <a:r>
              <a:rPr lang="en-US" altLang="ko-KR" dirty="0" smtClean="0"/>
              <a:t>.</a:t>
            </a:r>
            <a:endParaRPr lang="ko-KR" altLang="en-US" dirty="0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267744" y="2204864"/>
            <a:ext cx="4895850" cy="962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TextBox 4"/>
          <p:cNvSpPr txBox="1"/>
          <p:nvPr/>
        </p:nvSpPr>
        <p:spPr>
          <a:xfrm>
            <a:off x="2123728" y="3573016"/>
            <a:ext cx="864096" cy="369332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ko-KR" dirty="0" smtClean="0"/>
              <a:t>ID</a:t>
            </a:r>
            <a:endParaRPr lang="ko-KR" alt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3059832" y="3573016"/>
            <a:ext cx="1512168" cy="369332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ko-KR" dirty="0" smtClean="0"/>
              <a:t>Call Count</a:t>
            </a:r>
            <a:endParaRPr lang="ko-KR" alt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4644008" y="3573016"/>
            <a:ext cx="2664296" cy="369332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ko-KR" dirty="0" smtClean="0"/>
              <a:t>Elapsed Time (in </a:t>
            </a:r>
            <a:r>
              <a:rPr lang="en-US" altLang="ko-KR" dirty="0" err="1" smtClean="0"/>
              <a:t>ms.</a:t>
            </a:r>
            <a:r>
              <a:rPr lang="en-US" altLang="ko-KR" dirty="0" smtClean="0"/>
              <a:t>)</a:t>
            </a:r>
            <a:endParaRPr lang="ko-KR" altLang="en-US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Custom Profile</a:t>
            </a:r>
            <a:br>
              <a:rPr lang="en-US" altLang="ko-KR" dirty="0" smtClean="0"/>
            </a:br>
            <a:r>
              <a:rPr lang="ko-KR" altLang="en-US" dirty="0" smtClean="0"/>
              <a:t>관련 함수 및 </a:t>
            </a:r>
            <a:r>
              <a:rPr lang="en-US" altLang="ko-KR" dirty="0" smtClean="0"/>
              <a:t>Macro</a:t>
            </a:r>
            <a:endParaRPr lang="ko-KR" altLang="en-US" dirty="0"/>
          </a:p>
        </p:txBody>
      </p:sp>
      <p:graphicFrame>
        <p:nvGraphicFramePr>
          <p:cNvPr id="5" name="표 4"/>
          <p:cNvGraphicFramePr>
            <a:graphicFrameLocks noGrp="1"/>
          </p:cNvGraphicFramePr>
          <p:nvPr/>
        </p:nvGraphicFramePr>
        <p:xfrm>
          <a:off x="683568" y="1772816"/>
          <a:ext cx="7920879" cy="2941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88232"/>
                <a:gridCol w="2304256"/>
                <a:gridCol w="3528391"/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 smtClean="0"/>
                        <a:t>함수 및 매크로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smtClean="0"/>
                        <a:t>Ex.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err="1" smtClean="0"/>
                        <a:t>Desc</a:t>
                      </a:r>
                      <a:r>
                        <a:rPr lang="en-US" altLang="ko-KR" dirty="0" smtClean="0"/>
                        <a:t>.</a:t>
                      </a:r>
                      <a:endParaRPr lang="ko-KR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smtClean="0"/>
                        <a:t>__SP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smtClean="0"/>
                        <a:t>__SP( 10);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smtClean="0"/>
                        <a:t>Profile</a:t>
                      </a:r>
                      <a:r>
                        <a:rPr lang="en-US" altLang="ko-KR" baseline="0" dirty="0" smtClean="0"/>
                        <a:t> </a:t>
                      </a:r>
                      <a:r>
                        <a:rPr lang="ko-KR" altLang="en-US" baseline="0" dirty="0" smtClean="0"/>
                        <a:t>시작</a:t>
                      </a:r>
                      <a:endParaRPr lang="ko-KR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smtClean="0"/>
                        <a:t>__EP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smtClean="0"/>
                        <a:t>__EP( 10);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smtClean="0"/>
                        <a:t>Profile </a:t>
                      </a:r>
                      <a:r>
                        <a:rPr lang="ko-KR" altLang="en-US" dirty="0" smtClean="0"/>
                        <a:t>종료</a:t>
                      </a:r>
                      <a:endParaRPr lang="ko-KR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smtClean="0"/>
                        <a:t>RESET_PROFILE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smtClean="0"/>
                        <a:t>RESET_PROFILE();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 smtClean="0"/>
                        <a:t>지금까지의 측정을 정산한다</a:t>
                      </a:r>
                      <a:r>
                        <a:rPr lang="en-US" altLang="ko-KR" dirty="0" smtClean="0"/>
                        <a:t>. Engine</a:t>
                      </a:r>
                      <a:r>
                        <a:rPr lang="ko-KR" altLang="en-US" dirty="0" smtClean="0"/>
                        <a:t>에서 기본적으로 </a:t>
                      </a:r>
                      <a:r>
                        <a:rPr lang="en-US" altLang="ko-KR" dirty="0" smtClean="0"/>
                        <a:t>1Frame</a:t>
                      </a:r>
                      <a:r>
                        <a:rPr lang="ko-KR" altLang="en-US" dirty="0" smtClean="0"/>
                        <a:t>에 </a:t>
                      </a:r>
                      <a:r>
                        <a:rPr lang="en-US" altLang="ko-KR" dirty="0" smtClean="0"/>
                        <a:t>1</a:t>
                      </a:r>
                      <a:r>
                        <a:rPr lang="ko-KR" altLang="en-US" dirty="0" smtClean="0"/>
                        <a:t>번을 수행한다</a:t>
                      </a:r>
                      <a:r>
                        <a:rPr lang="en-US" altLang="ko-KR" dirty="0" smtClean="0"/>
                        <a:t>.</a:t>
                      </a:r>
                      <a:endParaRPr lang="ko-KR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smtClean="0"/>
                        <a:t>REPORT_PROFILE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smtClean="0"/>
                        <a:t>REPORT_PROFILE();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 smtClean="0"/>
                        <a:t>현재의 측정 결과를 출력한다</a:t>
                      </a:r>
                      <a:r>
                        <a:rPr lang="en-US" altLang="ko-KR" dirty="0" smtClean="0"/>
                        <a:t>. </a:t>
                      </a:r>
                      <a:r>
                        <a:rPr lang="ko-KR" altLang="en-US" dirty="0" smtClean="0"/>
                        <a:t>아무런 </a:t>
                      </a:r>
                      <a:r>
                        <a:rPr lang="ko-KR" altLang="en-US" dirty="0" err="1" smtClean="0"/>
                        <a:t>인자없이</a:t>
                      </a:r>
                      <a:r>
                        <a:rPr lang="ko-KR" altLang="en-US" dirty="0" smtClean="0"/>
                        <a:t> 사용했을 경우</a:t>
                      </a:r>
                      <a:r>
                        <a:rPr lang="en-US" altLang="ko-KR" dirty="0" smtClean="0"/>
                        <a:t>, Debug </a:t>
                      </a:r>
                      <a:r>
                        <a:rPr lang="ko-KR" altLang="en-US" dirty="0" smtClean="0"/>
                        <a:t>출력 창으로 출력된다</a:t>
                      </a:r>
                      <a:r>
                        <a:rPr lang="en-US" altLang="ko-KR" dirty="0" smtClean="0"/>
                        <a:t>.</a:t>
                      </a:r>
                      <a:endParaRPr lang="ko-KR" altLang="en-US" dirty="0"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열정">
  <a:themeElements>
    <a:clrScheme name="열정">
      <a:dk1>
        <a:sysClr val="windowText" lastClr="000000"/>
      </a:dk1>
      <a:lt1>
        <a:sysClr val="window" lastClr="FFFFFF"/>
      </a:lt1>
      <a:dk2>
        <a:srgbClr val="666666"/>
      </a:dk2>
      <a:lt2>
        <a:srgbClr val="D2D2D2"/>
      </a:lt2>
      <a:accent1>
        <a:srgbClr val="FF388C"/>
      </a:accent1>
      <a:accent2>
        <a:srgbClr val="E40059"/>
      </a:accent2>
      <a:accent3>
        <a:srgbClr val="9C007F"/>
      </a:accent3>
      <a:accent4>
        <a:srgbClr val="68007F"/>
      </a:accent4>
      <a:accent5>
        <a:srgbClr val="005BD3"/>
      </a:accent5>
      <a:accent6>
        <a:srgbClr val="00349E"/>
      </a:accent6>
      <a:hlink>
        <a:srgbClr val="17BBFD"/>
      </a:hlink>
      <a:folHlink>
        <a:srgbClr val="FF79C2"/>
      </a:folHlink>
    </a:clrScheme>
    <a:fontScheme name="열정">
      <a:majorFont>
        <a:latin typeface="Century Gothic"/>
        <a:ea typeface=""/>
        <a:cs typeface=""/>
        <a:font script="Jpan" typeface="HGｺﾞｼｯｸM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Century Gothic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</a:minorFont>
    </a:fontScheme>
    <a:fmtScheme name="열정">
      <a:fillStyleLst>
        <a:solidFill>
          <a:schemeClr val="phClr"/>
        </a:solidFill>
        <a:gradFill rotWithShape="1">
          <a:gsLst>
            <a:gs pos="0">
              <a:schemeClr val="phClr">
                <a:tint val="10000"/>
                <a:satMod val="300000"/>
              </a:schemeClr>
            </a:gs>
            <a:gs pos="34000">
              <a:schemeClr val="phClr">
                <a:tint val="13500"/>
                <a:satMod val="250000"/>
              </a:schemeClr>
            </a:gs>
            <a:gs pos="100000">
              <a:schemeClr val="phClr">
                <a:tint val="60000"/>
                <a:satMod val="200000"/>
              </a:schemeClr>
            </a:gs>
          </a:gsLst>
          <a:path path="circle">
            <a:fillToRect l="50000" t="155000" r="50000" b="-55000"/>
          </a:path>
        </a:gradFill>
        <a:gradFill rotWithShape="1">
          <a:gsLst>
            <a:gs pos="0">
              <a:schemeClr val="phClr">
                <a:tint val="60000"/>
                <a:satMod val="160000"/>
              </a:schemeClr>
            </a:gs>
            <a:gs pos="46000">
              <a:schemeClr val="phClr">
                <a:tint val="86000"/>
                <a:satMod val="160000"/>
              </a:schemeClr>
            </a:gs>
            <a:gs pos="100000">
              <a:schemeClr val="phClr">
                <a:shade val="40000"/>
                <a:satMod val="160000"/>
              </a:schemeClr>
            </a:gs>
          </a:gsLst>
          <a:path path="circle">
            <a:fillToRect l="50000" t="155000" r="50000" b="-55000"/>
          </a:path>
        </a:gradFill>
      </a:fillStyleLst>
      <a:lnStyleLst>
        <a:ln w="9525" cap="flat" cmpd="sng" algn="ctr">
          <a:solidFill>
            <a:schemeClr val="phClr">
              <a:satMod val="12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63500" dist="25400" dir="147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50800" dist="38100" dir="14700000" algn="t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50800" dist="38100" dir="14700000" algn="t" rotWithShape="0">
              <a:srgbClr val="000000">
                <a:alpha val="60000"/>
              </a:srgbClr>
            </a:outerShdw>
          </a:effectLst>
          <a:scene3d>
            <a:camera prst="orthographicFront" fov="0">
              <a:rot lat="0" lon="0" rev="0"/>
            </a:camera>
            <a:lightRig rig="contrasting" dir="t">
              <a:rot lat="0" lon="0" rev="3600000"/>
            </a:lightRig>
          </a:scene3d>
          <a:sp3d prstMaterial="plastic">
            <a:bevelT w="127000" h="38200" prst="relaxedInset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48000"/>
                <a:satMod val="230000"/>
              </a:schemeClr>
            </a:gs>
            <a:gs pos="60000">
              <a:schemeClr val="phClr">
                <a:shade val="92000"/>
                <a:satMod val="230000"/>
              </a:schemeClr>
            </a:gs>
            <a:gs pos="100000">
              <a:schemeClr val="phClr">
                <a:tint val="85000"/>
                <a:satMod val="400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1200"/>
                <a:satMod val="150000"/>
              </a:schemeClr>
              <a:schemeClr val="phClr">
                <a:tint val="90000"/>
                <a:satMod val="150000"/>
              </a:schemeClr>
            </a:duotone>
          </a:blip>
          <a:tile tx="0" ty="0" sx="70000" sy="70000" flip="none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Verve</Template>
  <TotalTime>103</TotalTime>
  <Words>353</Words>
  <Application>Microsoft Office PowerPoint</Application>
  <PresentationFormat>화면 슬라이드 쇼(4:3)</PresentationFormat>
  <Paragraphs>64</Paragraphs>
  <Slides>9</Slides>
  <Notes>0</Notes>
  <HiddenSlides>0</HiddenSlides>
  <MMClips>0</MMClips>
  <ScaleCrop>false</ScaleCrop>
  <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9</vt:i4>
      </vt:variant>
    </vt:vector>
  </HeadingPairs>
  <TitlesOfParts>
    <vt:vector size="10" baseType="lpstr">
      <vt:lpstr>열정</vt:lpstr>
      <vt:lpstr>Performance Profiling on i3Engine 2.0</vt:lpstr>
      <vt:lpstr>Assigned key combinations</vt:lpstr>
      <vt:lpstr>Engine Profile</vt:lpstr>
      <vt:lpstr>Engine Profile</vt:lpstr>
      <vt:lpstr>Engine Profile</vt:lpstr>
      <vt:lpstr>Framework Profile</vt:lpstr>
      <vt:lpstr>Physics Profile</vt:lpstr>
      <vt:lpstr>Custom Profile</vt:lpstr>
      <vt:lpstr>Custom Profile 관련 함수 및 Macro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Performance Profiling on i3Engine 2.0</dc:title>
  <dc:creator>earring</dc:creator>
  <cp:lastModifiedBy>earring</cp:lastModifiedBy>
  <cp:revision>11</cp:revision>
  <dcterms:created xsi:type="dcterms:W3CDTF">2011-10-17T03:58:05Z</dcterms:created>
  <dcterms:modified xsi:type="dcterms:W3CDTF">2011-10-17T05:41:34Z</dcterms:modified>
</cp:coreProperties>
</file>